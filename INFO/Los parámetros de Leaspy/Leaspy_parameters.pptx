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9" autoAdjust="0"/>
    <p:restoredTop sz="94660"/>
  </p:normalViewPr>
  <p:slideViewPr>
    <p:cSldViewPr snapToGrid="0">
      <p:cViewPr varScale="1">
        <p:scale>
          <a:sx n="89" d="100"/>
          <a:sy n="89" d="100"/>
        </p:scale>
        <p:origin x="28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8EF2D-76A4-9D73-F2A6-16240F8E8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229D4E-8640-E770-0D5D-7005778F2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6129C-6719-45B4-5D21-F1A54C073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DC36-92F4-460E-938D-20D9F2D8DB20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05AEDA-D58C-6618-AF1A-4BC244C3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560953-C599-6C76-457B-C567F0D7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EEA9-F507-40C4-ADFC-5B0C809448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45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A873E-7BDD-EE6D-BC51-639316C6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E82D5D-9C0C-543A-166E-86EB60CBE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B4586E-B8FE-B57F-D6B3-AC6C27333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DC36-92F4-460E-938D-20D9F2D8DB20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3E2EE4-0A36-3A13-E335-4968E512C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501728-1A5E-CAFF-7948-8F1FCB8F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EEA9-F507-40C4-ADFC-5B0C809448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88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3A389-4F06-3127-9C7D-325741CFA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D87DBC-A82F-D739-C8FC-A8F285BFC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7BBA07-F802-F617-5A1E-3FA08F06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DC36-92F4-460E-938D-20D9F2D8DB20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A08ED-D0F2-D1C5-6400-E99927255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280BAB-C276-B69A-8F42-8721316D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EEA9-F507-40C4-ADFC-5B0C809448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0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861B2-2214-8AAC-1614-CDCECD70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655B57-0288-0720-D6DC-92A367213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B2D06F-09C4-416B-528B-06C60EF05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1E6046-3C0D-EAA2-0C37-B2E783F1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DC36-92F4-460E-938D-20D9F2D8DB20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16C61A-15EE-F037-BF05-B7E66A16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0C8E54-647B-91B3-925D-22F154F1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EEA9-F507-40C4-ADFC-5B0C809448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7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5105B-2E22-955D-371B-B48E184B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427F08-AD74-D7BC-05E4-DBAF7EE60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28B2FD-D51E-DA84-4853-8D3665960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262F282-0CFA-7BFA-27A0-1F8E0577C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20B252C-A1BE-CBAB-56FB-515C873D1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1AB1365-D680-0C72-6569-3E25553D1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DC36-92F4-460E-938D-20D9F2D8DB20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E16DDA8-2762-035B-DCDA-FFE1CBE14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C1E522-9CF8-3562-9796-6E2A7F45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EEA9-F507-40C4-ADFC-5B0C809448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61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8116F-02C0-5A78-62A8-E1C999560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0C2963-6DDD-D815-3301-1612A627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DC36-92F4-460E-938D-20D9F2D8DB20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FFEEF76-EB77-901A-0DA5-852E7B529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D445248-A9E8-D099-B363-AD57BCBE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EEA9-F507-40C4-ADFC-5B0C809448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446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F1A258-8338-8F1E-5475-4B8EFB945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DC36-92F4-460E-938D-20D9F2D8DB20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56CC13-0DFA-2587-5999-EF777BDE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CBE487-DCC4-7254-C809-44798A89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EEA9-F507-40C4-ADFC-5B0C809448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95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4A98F-B019-C5D1-3B4D-4CF8C4086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0ED86D-4251-9DB6-6DD8-EF9C63E83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C0E710-8465-58EA-60D9-76CEC0D35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5AF381-3012-3F1A-D15B-488A6F56D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DC36-92F4-460E-938D-20D9F2D8DB20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84829D-38A2-7EBC-C23A-FF99100A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D19784-FE45-FF97-9641-06A3A21E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EEA9-F507-40C4-ADFC-5B0C809448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97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AB75C-A7B5-8EA5-135D-5F59AD7D1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EAC33EE-F5CC-E82E-9A9C-DEC8A4F15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F8BD14-1B70-A76C-0CD5-69B96DC7D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F6AF0F-17BE-DECC-1934-15D0A3118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DC36-92F4-460E-938D-20D9F2D8DB20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A4FFC0-A055-C28E-8A4D-F8F46CA8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11454C-1786-E40C-D5BE-E077E1C4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EEA9-F507-40C4-ADFC-5B0C809448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63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74A89-2B13-01EB-CC8C-E6D4F685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5A7F66-CF2D-9F15-0ED2-ADA80843C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3C3516-70EA-9B24-14A6-BCC27FD81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DC36-92F4-460E-938D-20D9F2D8DB20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C916B9-F779-18A3-9CAD-A55A7E42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F89E69-9FC2-388D-9F17-D845E4B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EEA9-F507-40C4-ADFC-5B0C809448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2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75ABCC-BA1E-D7F1-3DBF-13CBB1973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34A962-9C94-3E69-3FE1-1B5A218AE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8AA500-987B-694B-0485-91FDBC1E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DC36-92F4-460E-938D-20D9F2D8DB20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3621BF-8503-E311-D5D8-F92027FC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A92414-A72E-CF89-C129-EC942EEA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EEA9-F507-40C4-ADFC-5B0C809448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2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80F547-15C9-AECE-42AA-2C96157B9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18405A-8515-FF5D-C313-E6DAF507D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B14D4A-C9DD-13FC-7022-09F74794F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EDC36-92F4-460E-938D-20D9F2D8DB20}" type="datetimeFigureOut">
              <a:rPr lang="en-US" smtClean="0"/>
              <a:t>3/23/2024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3C9B60-E74E-E4AA-0477-5F88DB2EA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5718E2-0025-A664-6308-B6DAF1002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5EEA9-F507-40C4-ADFC-5B0C809448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9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Diagrama&#10;&#10;Descripción generada automáticamente">
            <a:extLst>
              <a:ext uri="{FF2B5EF4-FFF2-40B4-BE49-F238E27FC236}">
                <a16:creationId xmlns:a16="http://schemas.microsoft.com/office/drawing/2014/main" id="{3407D2ED-5D1C-4CDE-D094-97459044A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550" y="221062"/>
            <a:ext cx="9526900" cy="591345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123A2D8-5883-242C-8137-9219BAD45F66}"/>
              </a:ext>
            </a:extLst>
          </p:cNvPr>
          <p:cNvSpPr txBox="1"/>
          <p:nvPr/>
        </p:nvSpPr>
        <p:spPr>
          <a:xfrm>
            <a:off x="457201" y="6267606"/>
            <a:ext cx="10955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es-ES" sz="12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Learning</a:t>
            </a:r>
            <a:r>
              <a:rPr lang="es-ES" sz="12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s-ES" sz="12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disease</a:t>
            </a:r>
            <a:r>
              <a:rPr lang="es-ES" sz="12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s-ES" sz="12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progression</a:t>
            </a:r>
            <a:r>
              <a:rPr lang="es-ES" sz="12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s-ES" sz="12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models</a:t>
            </a:r>
            <a:r>
              <a:rPr lang="es-ES" sz="12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s-ES" sz="12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with</a:t>
            </a:r>
            <a:r>
              <a:rPr lang="es-ES" sz="12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longitudinal data and </a:t>
            </a:r>
            <a:r>
              <a:rPr lang="es-ES" sz="12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missing</a:t>
            </a:r>
            <a:r>
              <a:rPr lang="es-ES" sz="12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s-ES" sz="12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values</a:t>
            </a:r>
            <a:r>
              <a:rPr lang="es-ES" sz="1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. R. </a:t>
            </a:r>
            <a:r>
              <a:rPr lang="es-ES" sz="1200" b="0" i="0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Couronne</a:t>
            </a:r>
            <a:r>
              <a:rPr lang="es-ES" sz="1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, M. </a:t>
            </a:r>
            <a:r>
              <a:rPr lang="es-ES" sz="1200" b="0" i="0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Vidailhet</a:t>
            </a:r>
            <a:r>
              <a:rPr lang="es-ES" sz="1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, JC. </a:t>
            </a:r>
            <a:r>
              <a:rPr lang="es-ES" sz="1200" b="0" i="0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Corvol</a:t>
            </a:r>
            <a:r>
              <a:rPr lang="es-ES" sz="1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, S. </a:t>
            </a:r>
            <a:r>
              <a:rPr lang="es-ES" sz="1200" b="0" i="0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Lehéricy</a:t>
            </a:r>
            <a:r>
              <a:rPr lang="es-ES" sz="1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, S. </a:t>
            </a:r>
            <a:r>
              <a:rPr lang="es-ES" sz="1200" b="0" i="0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Durrleman</a:t>
            </a:r>
            <a:r>
              <a:rPr lang="es-ES" sz="1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. ISBI, April 2019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47271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770D020-92F1-5F6F-A5F0-9723D4FCB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1622"/>
            <a:ext cx="12192000" cy="336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43085C5-4EE4-0767-F2A5-25C792EE7A71}"/>
              </a:ext>
            </a:extLst>
          </p:cNvPr>
          <p:cNvSpPr txBox="1"/>
          <p:nvPr/>
        </p:nvSpPr>
        <p:spPr>
          <a:xfrm>
            <a:off x="1680294" y="5117824"/>
            <a:ext cx="88314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https://disease-progression-modelling.github.io/pages/models/disease_course_mapping.html</a:t>
            </a:r>
          </a:p>
        </p:txBody>
      </p:sp>
    </p:spTree>
    <p:extLst>
      <p:ext uri="{BB962C8B-B14F-4D97-AF65-F5344CB8AC3E}">
        <p14:creationId xmlns:p14="http://schemas.microsoft.com/office/powerpoint/2010/main" val="1846567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55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Lato</vt:lpstr>
      <vt:lpstr>Tema de Office</vt:lpstr>
      <vt:lpstr>Presentación de PowerPoint</vt:lpstr>
      <vt:lpstr>Presentación de PowerPoint</vt:lpstr>
    </vt:vector>
  </TitlesOfParts>
  <Company>Universidad Politécnica de Madrid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PLATERO DUEÑAS</dc:creator>
  <cp:lastModifiedBy>CARLOS PLATERO DUEÑAS</cp:lastModifiedBy>
  <cp:revision>1</cp:revision>
  <dcterms:created xsi:type="dcterms:W3CDTF">2024-03-23T12:20:16Z</dcterms:created>
  <dcterms:modified xsi:type="dcterms:W3CDTF">2024-03-23T12:32:34Z</dcterms:modified>
</cp:coreProperties>
</file>