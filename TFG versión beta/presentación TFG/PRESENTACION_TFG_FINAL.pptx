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96" r:id="rId1"/>
  </p:sldMasterIdLst>
  <p:notesMasterIdLst>
    <p:notesMasterId r:id="rId26"/>
  </p:notesMasterIdLst>
  <p:sldIdLst>
    <p:sldId id="256" r:id="rId2"/>
    <p:sldId id="258" r:id="rId3"/>
    <p:sldId id="262" r:id="rId4"/>
    <p:sldId id="276" r:id="rId5"/>
    <p:sldId id="259" r:id="rId6"/>
    <p:sldId id="261" r:id="rId7"/>
    <p:sldId id="265" r:id="rId8"/>
    <p:sldId id="271" r:id="rId9"/>
    <p:sldId id="272" r:id="rId10"/>
    <p:sldId id="273" r:id="rId11"/>
    <p:sldId id="284" r:id="rId12"/>
    <p:sldId id="277" r:id="rId13"/>
    <p:sldId id="278" r:id="rId14"/>
    <p:sldId id="263" r:id="rId15"/>
    <p:sldId id="264" r:id="rId16"/>
    <p:sldId id="266" r:id="rId17"/>
    <p:sldId id="268" r:id="rId18"/>
    <p:sldId id="267" r:id="rId19"/>
    <p:sldId id="279" r:id="rId20"/>
    <p:sldId id="280" r:id="rId21"/>
    <p:sldId id="281" r:id="rId22"/>
    <p:sldId id="283" r:id="rId23"/>
    <p:sldId id="275" r:id="rId24"/>
    <p:sldId id="28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DBD"/>
    <a:srgbClr val="656769"/>
    <a:srgbClr val="DE1341"/>
    <a:srgbClr val="258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1800" autoAdjust="0"/>
  </p:normalViewPr>
  <p:slideViewPr>
    <p:cSldViewPr snapToGrid="0" snapToObjects="1" showGuides="1">
      <p:cViewPr>
        <p:scale>
          <a:sx n="33" d="100"/>
          <a:sy n="33" d="100"/>
        </p:scale>
        <p:origin x="1797" y="-72"/>
      </p:cViewPr>
      <p:guideLst>
        <p:guide orient="horz" pos="21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C7CF60-1294-47A7-94A9-EA02714C48A4}" type="doc">
      <dgm:prSet loTypeId="urn:microsoft.com/office/officeart/2005/8/layout/l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F3FDF783-577E-4839-8556-2C5222E8C681}">
      <dgm:prSet phldrT="[Texto]"/>
      <dgm:spPr/>
      <dgm:t>
        <a:bodyPr/>
        <a:lstStyle/>
        <a:p>
          <a:r>
            <a:rPr lang="es-ES" b="1" dirty="0"/>
            <a:t>ADAPTACIÓN DATOS</a:t>
          </a:r>
        </a:p>
      </dgm:t>
    </dgm:pt>
    <dgm:pt modelId="{A4A2560F-435F-409B-8FF8-DE96BB3D464F}" type="parTrans" cxnId="{61CB638F-E80C-43C5-9098-0EE37D105DB4}">
      <dgm:prSet/>
      <dgm:spPr/>
      <dgm:t>
        <a:bodyPr/>
        <a:lstStyle/>
        <a:p>
          <a:endParaRPr lang="es-ES"/>
        </a:p>
      </dgm:t>
    </dgm:pt>
    <dgm:pt modelId="{2E983AB2-0EE4-457D-A8FE-FE20711C8558}" type="sibTrans" cxnId="{61CB638F-E80C-43C5-9098-0EE37D105DB4}">
      <dgm:prSet/>
      <dgm:spPr/>
      <dgm:t>
        <a:bodyPr/>
        <a:lstStyle/>
        <a:p>
          <a:endParaRPr lang="es-ES"/>
        </a:p>
      </dgm:t>
    </dgm:pt>
    <dgm:pt modelId="{F66412C2-CBE0-44DC-AA31-45AEA11DCE5B}">
      <dgm:prSet phldrT="[Texto]"/>
      <dgm:spPr/>
      <dgm:t>
        <a:bodyPr/>
        <a:lstStyle/>
        <a:p>
          <a:r>
            <a:rPr lang="es-ES" dirty="0"/>
            <a:t>NORMALIZAR</a:t>
          </a:r>
          <a:endParaRPr lang="es-ES" i="1" dirty="0"/>
        </a:p>
      </dgm:t>
    </dgm:pt>
    <dgm:pt modelId="{568E976C-BA27-4994-9994-E5A26911F4FB}" type="parTrans" cxnId="{56DC8DE0-EE26-468E-9B16-27B41E79D8B2}">
      <dgm:prSet/>
      <dgm:spPr/>
      <dgm:t>
        <a:bodyPr/>
        <a:lstStyle/>
        <a:p>
          <a:endParaRPr lang="es-ES"/>
        </a:p>
      </dgm:t>
    </dgm:pt>
    <dgm:pt modelId="{85CFE4E2-D59E-4EAC-B972-5E61220A212C}" type="sibTrans" cxnId="{56DC8DE0-EE26-468E-9B16-27B41E79D8B2}">
      <dgm:prSet/>
      <dgm:spPr/>
      <dgm:t>
        <a:bodyPr/>
        <a:lstStyle/>
        <a:p>
          <a:endParaRPr lang="es-ES"/>
        </a:p>
      </dgm:t>
    </dgm:pt>
    <dgm:pt modelId="{436E2339-9111-464F-A778-5EC2F39E9635}">
      <dgm:prSet phldrT="[Texto]"/>
      <dgm:spPr/>
      <dgm:t>
        <a:bodyPr/>
        <a:lstStyle/>
        <a:p>
          <a:pPr algn="ctr"/>
          <a:r>
            <a:rPr lang="es-ES" b="1" dirty="0"/>
            <a:t>    ESTIMACIÓN </a:t>
          </a:r>
          <a:r>
            <a:rPr lang="es-ES" b="1" dirty="0" err="1"/>
            <a:t>DPMs</a:t>
          </a:r>
          <a:r>
            <a:rPr lang="es-ES" b="1" dirty="0"/>
            <a:t>	</a:t>
          </a:r>
        </a:p>
      </dgm:t>
    </dgm:pt>
    <dgm:pt modelId="{B36B4580-B4B6-4AF4-89BE-7A027C442D41}" type="parTrans" cxnId="{BC282686-58E6-4445-A052-B6FB5A4FDBEC}">
      <dgm:prSet/>
      <dgm:spPr/>
      <dgm:t>
        <a:bodyPr/>
        <a:lstStyle/>
        <a:p>
          <a:endParaRPr lang="es-ES"/>
        </a:p>
      </dgm:t>
    </dgm:pt>
    <dgm:pt modelId="{8BC2BD0D-BBE9-42F9-89E5-12B24FCDF8F1}" type="sibTrans" cxnId="{BC282686-58E6-4445-A052-B6FB5A4FDBEC}">
      <dgm:prSet/>
      <dgm:spPr/>
      <dgm:t>
        <a:bodyPr/>
        <a:lstStyle/>
        <a:p>
          <a:endParaRPr lang="es-ES"/>
        </a:p>
      </dgm:t>
    </dgm:pt>
    <dgm:pt modelId="{64A3AE3A-B4BA-4FF1-A927-5BF17124E93C}">
      <dgm:prSet phldrT="[Texto]"/>
      <dgm:spPr/>
      <dgm:t>
        <a:bodyPr/>
        <a:lstStyle/>
        <a:p>
          <a:r>
            <a:rPr lang="es-ES" dirty="0"/>
            <a:t>CALIBRACIÓN </a:t>
          </a:r>
          <a:r>
            <a:rPr lang="es-ES" dirty="0">
              <a:sym typeface="Wingdings" panose="05000000000000000000" pitchFamily="2" charset="2"/>
            </a:rPr>
            <a:t> </a:t>
          </a:r>
          <a:r>
            <a:rPr lang="es-ES" i="1" dirty="0">
              <a:sym typeface="Wingdings" panose="05000000000000000000" pitchFamily="2" charset="2"/>
            </a:rPr>
            <a:t>Long-</a:t>
          </a:r>
          <a:r>
            <a:rPr lang="es-ES" i="1" dirty="0" err="1">
              <a:sym typeface="Wingdings" panose="05000000000000000000" pitchFamily="2" charset="2"/>
            </a:rPr>
            <a:t>term</a:t>
          </a:r>
          <a:endParaRPr lang="es-ES" i="1" dirty="0"/>
        </a:p>
      </dgm:t>
    </dgm:pt>
    <dgm:pt modelId="{0847BF60-3CED-4000-80B5-C3CC104B1E1E}" type="parTrans" cxnId="{098BA00E-9C2D-46CA-9C46-90A5AB77BEDA}">
      <dgm:prSet/>
      <dgm:spPr/>
      <dgm:t>
        <a:bodyPr/>
        <a:lstStyle/>
        <a:p>
          <a:endParaRPr lang="es-ES"/>
        </a:p>
      </dgm:t>
    </dgm:pt>
    <dgm:pt modelId="{873E3EA8-C08B-48BB-86AF-73D8E1A4E9E4}" type="sibTrans" cxnId="{098BA00E-9C2D-46CA-9C46-90A5AB77BEDA}">
      <dgm:prSet/>
      <dgm:spPr/>
      <dgm:t>
        <a:bodyPr/>
        <a:lstStyle/>
        <a:p>
          <a:endParaRPr lang="es-ES"/>
        </a:p>
      </dgm:t>
    </dgm:pt>
    <dgm:pt modelId="{267BF024-F178-46D9-BC24-D4182E1A39BE}">
      <dgm:prSet phldrT="[Texto]"/>
      <dgm:spPr/>
      <dgm:t>
        <a:bodyPr/>
        <a:lstStyle/>
        <a:p>
          <a:r>
            <a:rPr lang="es-ES" b="1" dirty="0"/>
            <a:t>MÉTRICAS </a:t>
          </a:r>
          <a:r>
            <a:rPr lang="es-ES" b="1" dirty="0" err="1"/>
            <a:t>DPMs</a:t>
          </a:r>
          <a:endParaRPr lang="es-ES" b="1" dirty="0"/>
        </a:p>
      </dgm:t>
    </dgm:pt>
    <dgm:pt modelId="{304DD647-8C1C-44BA-8033-A7966D2DE259}" type="parTrans" cxnId="{92BE55C4-6600-4E41-BDB6-22268793B8E9}">
      <dgm:prSet/>
      <dgm:spPr/>
      <dgm:t>
        <a:bodyPr/>
        <a:lstStyle/>
        <a:p>
          <a:endParaRPr lang="es-ES"/>
        </a:p>
      </dgm:t>
    </dgm:pt>
    <dgm:pt modelId="{99DA28C5-E88D-4015-99D6-130E4D35E4FD}" type="sibTrans" cxnId="{92BE55C4-6600-4E41-BDB6-22268793B8E9}">
      <dgm:prSet/>
      <dgm:spPr/>
      <dgm:t>
        <a:bodyPr/>
        <a:lstStyle/>
        <a:p>
          <a:endParaRPr lang="es-ES"/>
        </a:p>
      </dgm:t>
    </dgm:pt>
    <dgm:pt modelId="{A17AF3FD-8333-4E3C-91F0-864C0A1D69B0}">
      <dgm:prSet phldrT="[Texto]"/>
      <dgm:spPr/>
      <dgm:t>
        <a:bodyPr/>
        <a:lstStyle/>
        <a:p>
          <a:r>
            <a:rPr lang="es-ES" dirty="0"/>
            <a:t>MAE/NMAE</a:t>
          </a:r>
        </a:p>
      </dgm:t>
    </dgm:pt>
    <dgm:pt modelId="{4041E219-A7FC-47A9-A73E-126B8B62E14A}" type="parTrans" cxnId="{5A620034-9DBB-408C-A439-E5B9C18791A5}">
      <dgm:prSet/>
      <dgm:spPr/>
      <dgm:t>
        <a:bodyPr/>
        <a:lstStyle/>
        <a:p>
          <a:endParaRPr lang="es-ES"/>
        </a:p>
      </dgm:t>
    </dgm:pt>
    <dgm:pt modelId="{75AEF210-FC66-4A88-BFD5-304683BFCC61}" type="sibTrans" cxnId="{5A620034-9DBB-408C-A439-E5B9C18791A5}">
      <dgm:prSet/>
      <dgm:spPr/>
      <dgm:t>
        <a:bodyPr/>
        <a:lstStyle/>
        <a:p>
          <a:endParaRPr lang="es-ES"/>
        </a:p>
      </dgm:t>
    </dgm:pt>
    <dgm:pt modelId="{EBCB0537-1AAC-471E-B774-0BC7A3F1F7CB}">
      <dgm:prSet phldrT="[Texto]"/>
      <dgm:spPr/>
      <dgm:t>
        <a:bodyPr/>
        <a:lstStyle/>
        <a:p>
          <a:r>
            <a:rPr lang="es-ES" dirty="0"/>
            <a:t>CALCULAR DIAGNÓSTICO</a:t>
          </a:r>
        </a:p>
      </dgm:t>
    </dgm:pt>
    <dgm:pt modelId="{721823E5-00E2-4402-BAC7-5288B7861AB6}" type="parTrans" cxnId="{7611279C-4DF7-4F58-98A2-F6C371691E28}">
      <dgm:prSet/>
      <dgm:spPr/>
      <dgm:t>
        <a:bodyPr/>
        <a:lstStyle/>
        <a:p>
          <a:endParaRPr lang="es-ES"/>
        </a:p>
      </dgm:t>
    </dgm:pt>
    <dgm:pt modelId="{6BD12B17-E36B-40BE-AA7C-5B46717FC257}" type="sibTrans" cxnId="{7611279C-4DF7-4F58-98A2-F6C371691E28}">
      <dgm:prSet/>
      <dgm:spPr/>
      <dgm:t>
        <a:bodyPr/>
        <a:lstStyle/>
        <a:p>
          <a:endParaRPr lang="es-ES"/>
        </a:p>
      </dgm:t>
    </dgm:pt>
    <dgm:pt modelId="{A2407599-20A2-48D2-9E66-99E8A907DBA6}">
      <dgm:prSet phldrT="[Texto]"/>
      <dgm:spPr/>
      <dgm:t>
        <a:bodyPr/>
        <a:lstStyle/>
        <a:p>
          <a:r>
            <a:rPr lang="es-ES" dirty="0"/>
            <a:t>PERSONALIZACIÓN</a:t>
          </a:r>
        </a:p>
      </dgm:t>
    </dgm:pt>
    <dgm:pt modelId="{A42C0953-AD49-48C3-AAEE-31E458E2FB69}" type="parTrans" cxnId="{BD4708DE-C9D9-4637-984D-62625CECCA26}">
      <dgm:prSet/>
      <dgm:spPr/>
      <dgm:t>
        <a:bodyPr/>
        <a:lstStyle/>
        <a:p>
          <a:endParaRPr lang="es-ES"/>
        </a:p>
      </dgm:t>
    </dgm:pt>
    <dgm:pt modelId="{3B902D3F-C4EF-44AE-8E5B-097C2A8B4D4B}" type="sibTrans" cxnId="{BD4708DE-C9D9-4637-984D-62625CECCA26}">
      <dgm:prSet/>
      <dgm:spPr/>
      <dgm:t>
        <a:bodyPr/>
        <a:lstStyle/>
        <a:p>
          <a:endParaRPr lang="es-ES"/>
        </a:p>
      </dgm:t>
    </dgm:pt>
    <dgm:pt modelId="{E3BBC3C9-44F9-4A9D-951B-9D52F6131295}">
      <dgm:prSet phldrT="[Texto]"/>
      <dgm:spPr/>
      <dgm:t>
        <a:bodyPr/>
        <a:lstStyle/>
        <a:p>
          <a:r>
            <a:rPr lang="es-ES" dirty="0"/>
            <a:t>PREDICCIÓN </a:t>
          </a:r>
          <a:r>
            <a:rPr lang="es-ES" dirty="0">
              <a:sym typeface="Wingdings" panose="05000000000000000000" pitchFamily="2" charset="2"/>
            </a:rPr>
            <a:t> </a:t>
          </a:r>
          <a:r>
            <a:rPr lang="es-ES" i="1" dirty="0">
              <a:sym typeface="Wingdings" panose="05000000000000000000" pitchFamily="2" charset="2"/>
            </a:rPr>
            <a:t>Short-</a:t>
          </a:r>
          <a:r>
            <a:rPr lang="es-ES" i="1" dirty="0" err="1">
              <a:sym typeface="Wingdings" panose="05000000000000000000" pitchFamily="2" charset="2"/>
            </a:rPr>
            <a:t>term</a:t>
          </a:r>
          <a:endParaRPr lang="es-ES" i="1" dirty="0"/>
        </a:p>
      </dgm:t>
    </dgm:pt>
    <dgm:pt modelId="{4EB2BEB4-D270-47A9-962A-12B133D9F2CD}" type="parTrans" cxnId="{3595F0BA-837B-477C-8F55-642E5E37AC4E}">
      <dgm:prSet/>
      <dgm:spPr/>
      <dgm:t>
        <a:bodyPr/>
        <a:lstStyle/>
        <a:p>
          <a:endParaRPr lang="es-ES"/>
        </a:p>
      </dgm:t>
    </dgm:pt>
    <dgm:pt modelId="{D26C7CC3-C841-4E74-8B1B-2958F4C881E6}" type="sibTrans" cxnId="{3595F0BA-837B-477C-8F55-642E5E37AC4E}">
      <dgm:prSet/>
      <dgm:spPr/>
      <dgm:t>
        <a:bodyPr/>
        <a:lstStyle/>
        <a:p>
          <a:endParaRPr lang="es-ES"/>
        </a:p>
      </dgm:t>
    </dgm:pt>
    <dgm:pt modelId="{88859922-94A8-4B6F-B3F2-7A8AD7B6494E}">
      <dgm:prSet phldrT="[Texto]"/>
      <dgm:spPr/>
      <dgm:t>
        <a:bodyPr/>
        <a:lstStyle/>
        <a:p>
          <a:r>
            <a:rPr lang="es-ES" dirty="0"/>
            <a:t>DPS</a:t>
          </a:r>
        </a:p>
      </dgm:t>
    </dgm:pt>
    <dgm:pt modelId="{385D4649-3354-417F-9979-DE50A791E655}" type="parTrans" cxnId="{E2652246-7534-4E8F-AD55-2D001FB184E6}">
      <dgm:prSet/>
      <dgm:spPr/>
      <dgm:t>
        <a:bodyPr/>
        <a:lstStyle/>
        <a:p>
          <a:endParaRPr lang="es-ES"/>
        </a:p>
      </dgm:t>
    </dgm:pt>
    <dgm:pt modelId="{2A02086E-907C-4953-8A76-C1EB5F3C33A0}" type="sibTrans" cxnId="{E2652246-7534-4E8F-AD55-2D001FB184E6}">
      <dgm:prSet/>
      <dgm:spPr/>
      <dgm:t>
        <a:bodyPr/>
        <a:lstStyle/>
        <a:p>
          <a:endParaRPr lang="es-ES"/>
        </a:p>
      </dgm:t>
    </dgm:pt>
    <dgm:pt modelId="{E63FDB5E-B130-4547-9671-57ECEF223FD8}">
      <dgm:prSet/>
      <dgm:spPr/>
      <dgm:t>
        <a:bodyPr/>
        <a:lstStyle/>
        <a:p>
          <a:r>
            <a:rPr lang="es-ES" dirty="0"/>
            <a:t>TRATAR VALORES  </a:t>
          </a:r>
          <a:r>
            <a:rPr lang="es-ES" i="1" dirty="0" err="1"/>
            <a:t>Nan</a:t>
          </a:r>
          <a:r>
            <a:rPr lang="es-ES" i="1" dirty="0"/>
            <a:t> </a:t>
          </a:r>
          <a:endParaRPr lang="es-ES" dirty="0"/>
        </a:p>
      </dgm:t>
    </dgm:pt>
    <dgm:pt modelId="{914EBCDF-E00D-494C-910B-80194924A3EF}" type="parTrans" cxnId="{3DEC299C-0B03-4F62-AB51-D9B454AACF17}">
      <dgm:prSet/>
      <dgm:spPr/>
      <dgm:t>
        <a:bodyPr/>
        <a:lstStyle/>
        <a:p>
          <a:endParaRPr lang="es-ES"/>
        </a:p>
      </dgm:t>
    </dgm:pt>
    <dgm:pt modelId="{0F1A23C2-4143-4AF6-A8CD-896EAAEFAEB5}" type="sibTrans" cxnId="{3DEC299C-0B03-4F62-AB51-D9B454AACF17}">
      <dgm:prSet/>
      <dgm:spPr/>
      <dgm:t>
        <a:bodyPr/>
        <a:lstStyle/>
        <a:p>
          <a:endParaRPr lang="es-ES"/>
        </a:p>
      </dgm:t>
    </dgm:pt>
    <dgm:pt modelId="{CE307123-8DF4-4610-81B2-246055DEE215}">
      <dgm:prSet phldrT="[Texto]"/>
      <dgm:spPr/>
      <dgm:t>
        <a:bodyPr/>
        <a:lstStyle/>
        <a:p>
          <a:r>
            <a:rPr lang="es-ES" dirty="0"/>
            <a:t>COMBINAR BIOMARCADORES</a:t>
          </a:r>
        </a:p>
      </dgm:t>
    </dgm:pt>
    <dgm:pt modelId="{BC1FD8A8-F12B-4FF4-9F18-444CC980CF2B}" type="parTrans" cxnId="{1FA51241-8ED3-4944-A19E-4B0DDE0EB2B2}">
      <dgm:prSet/>
      <dgm:spPr/>
      <dgm:t>
        <a:bodyPr/>
        <a:lstStyle/>
        <a:p>
          <a:endParaRPr lang="es-ES"/>
        </a:p>
      </dgm:t>
    </dgm:pt>
    <dgm:pt modelId="{6FF6D8CC-CBC8-40F9-A45C-9111268D7876}" type="sibTrans" cxnId="{1FA51241-8ED3-4944-A19E-4B0DDE0EB2B2}">
      <dgm:prSet/>
      <dgm:spPr/>
      <dgm:t>
        <a:bodyPr/>
        <a:lstStyle/>
        <a:p>
          <a:endParaRPr lang="es-ES"/>
        </a:p>
      </dgm:t>
    </dgm:pt>
    <dgm:pt modelId="{8A7F0599-7478-494E-817F-268C37B58975}">
      <dgm:prSet phldrT="[Texto]"/>
      <dgm:spPr/>
      <dgm:t>
        <a:bodyPr/>
        <a:lstStyle/>
        <a:p>
          <a:r>
            <a:rPr lang="es-ES" dirty="0"/>
            <a:t>AGRUPAR</a:t>
          </a:r>
        </a:p>
      </dgm:t>
    </dgm:pt>
    <dgm:pt modelId="{439A658A-CBFF-4F70-AEC9-FF7B73408E86}" type="parTrans" cxnId="{B8AFE540-BFA4-4A15-9A41-8E7CF9C49B26}">
      <dgm:prSet/>
      <dgm:spPr/>
      <dgm:t>
        <a:bodyPr/>
        <a:lstStyle/>
        <a:p>
          <a:endParaRPr lang="es-ES"/>
        </a:p>
      </dgm:t>
    </dgm:pt>
    <dgm:pt modelId="{68EC0102-B9C5-4AEB-8F8F-9612DE0867AC}" type="sibTrans" cxnId="{B8AFE540-BFA4-4A15-9A41-8E7CF9C49B26}">
      <dgm:prSet/>
      <dgm:spPr/>
      <dgm:t>
        <a:bodyPr/>
        <a:lstStyle/>
        <a:p>
          <a:endParaRPr lang="es-ES"/>
        </a:p>
      </dgm:t>
    </dgm:pt>
    <dgm:pt modelId="{B06EF7DD-5ABB-49BB-9799-78B88DE21F08}">
      <dgm:prSet phldrT="[Texto]"/>
      <dgm:spPr/>
      <dgm:t>
        <a:bodyPr/>
        <a:lstStyle/>
        <a:p>
          <a:r>
            <a:rPr lang="es-ES" dirty="0"/>
            <a:t>TIEMPOS DE CONVERSIÓN</a:t>
          </a:r>
        </a:p>
      </dgm:t>
    </dgm:pt>
    <dgm:pt modelId="{30CC047D-5FA8-42D2-983F-FAEA6407AA0C}" type="parTrans" cxnId="{FD1B3B26-EACB-48ED-941E-9C0D24965A4E}">
      <dgm:prSet/>
      <dgm:spPr/>
      <dgm:t>
        <a:bodyPr/>
        <a:lstStyle/>
        <a:p>
          <a:endParaRPr lang="es-ES"/>
        </a:p>
      </dgm:t>
    </dgm:pt>
    <dgm:pt modelId="{04EADBC5-18DE-478A-A5AE-A627B5A5B6CC}" type="sibTrans" cxnId="{FD1B3B26-EACB-48ED-941E-9C0D24965A4E}">
      <dgm:prSet/>
      <dgm:spPr/>
      <dgm:t>
        <a:bodyPr/>
        <a:lstStyle/>
        <a:p>
          <a:endParaRPr lang="es-ES"/>
        </a:p>
      </dgm:t>
    </dgm:pt>
    <dgm:pt modelId="{C35D9E16-F10B-456D-A552-5E3A0EB31A2E}">
      <dgm:prSet phldrT="[Texto]"/>
      <dgm:spPr/>
      <dgm:t>
        <a:bodyPr/>
        <a:lstStyle/>
        <a:p>
          <a:r>
            <a:rPr lang="es-ES" dirty="0"/>
            <a:t>BAYES, SCORES Y AUC</a:t>
          </a:r>
        </a:p>
      </dgm:t>
    </dgm:pt>
    <dgm:pt modelId="{7BBC19D9-455B-4908-B1CE-627369F8B151}" type="parTrans" cxnId="{ADE4ECFB-2A71-453C-A1F2-4216D239A8A6}">
      <dgm:prSet/>
      <dgm:spPr/>
      <dgm:t>
        <a:bodyPr/>
        <a:lstStyle/>
        <a:p>
          <a:endParaRPr lang="es-ES"/>
        </a:p>
      </dgm:t>
    </dgm:pt>
    <dgm:pt modelId="{E13AD1D2-8FFF-4225-9905-9FF1BD8D0A07}" type="sibTrans" cxnId="{ADE4ECFB-2A71-453C-A1F2-4216D239A8A6}">
      <dgm:prSet/>
      <dgm:spPr/>
      <dgm:t>
        <a:bodyPr/>
        <a:lstStyle/>
        <a:p>
          <a:endParaRPr lang="es-ES"/>
        </a:p>
      </dgm:t>
    </dgm:pt>
    <dgm:pt modelId="{165A19A5-79D5-4CAF-BAAF-018EE0409782}" type="pres">
      <dgm:prSet presAssocID="{D6C7CF60-1294-47A7-94A9-EA02714C48A4}" presName="Name0" presStyleCnt="0">
        <dgm:presLayoutVars>
          <dgm:dir/>
          <dgm:animLvl val="lvl"/>
          <dgm:resizeHandles val="exact"/>
        </dgm:presLayoutVars>
      </dgm:prSet>
      <dgm:spPr/>
    </dgm:pt>
    <dgm:pt modelId="{518D1441-6E06-41E0-9A1E-E974D8E5BC5E}" type="pres">
      <dgm:prSet presAssocID="{F3FDF783-577E-4839-8556-2C5222E8C681}" presName="vertFlow" presStyleCnt="0"/>
      <dgm:spPr/>
    </dgm:pt>
    <dgm:pt modelId="{71CA44BE-305C-4659-80A3-A8C7605D9161}" type="pres">
      <dgm:prSet presAssocID="{F3FDF783-577E-4839-8556-2C5222E8C681}" presName="header" presStyleLbl="node1" presStyleIdx="0" presStyleCnt="3" custScaleX="116854"/>
      <dgm:spPr/>
    </dgm:pt>
    <dgm:pt modelId="{D038F78F-E360-43CA-A917-0F78E87CDF94}" type="pres">
      <dgm:prSet presAssocID="{568E976C-BA27-4994-9994-E5A26911F4FB}" presName="parTrans" presStyleLbl="sibTrans2D1" presStyleIdx="0" presStyleCnt="12"/>
      <dgm:spPr/>
    </dgm:pt>
    <dgm:pt modelId="{CC457705-1E67-4BB0-9740-3136DDCE8D57}" type="pres">
      <dgm:prSet presAssocID="{F66412C2-CBE0-44DC-AA31-45AEA11DCE5B}" presName="child" presStyleLbl="alignAccFollowNode1" presStyleIdx="0" presStyleCnt="12" custScaleX="106658">
        <dgm:presLayoutVars>
          <dgm:chMax val="0"/>
          <dgm:bulletEnabled val="1"/>
        </dgm:presLayoutVars>
      </dgm:prSet>
      <dgm:spPr/>
    </dgm:pt>
    <dgm:pt modelId="{9C1D28ED-89C9-462D-9782-7C8C71B528C8}" type="pres">
      <dgm:prSet presAssocID="{85CFE4E2-D59E-4EAC-B972-5E61220A212C}" presName="sibTrans" presStyleLbl="sibTrans2D1" presStyleIdx="1" presStyleCnt="12"/>
      <dgm:spPr/>
    </dgm:pt>
    <dgm:pt modelId="{53C25534-E9BF-4C63-A9A2-57B80695765C}" type="pres">
      <dgm:prSet presAssocID="{E63FDB5E-B130-4547-9671-57ECEF223FD8}" presName="child" presStyleLbl="alignAccFollowNode1" presStyleIdx="1" presStyleCnt="12">
        <dgm:presLayoutVars>
          <dgm:chMax val="0"/>
          <dgm:bulletEnabled val="1"/>
        </dgm:presLayoutVars>
      </dgm:prSet>
      <dgm:spPr/>
    </dgm:pt>
    <dgm:pt modelId="{9C96CEBC-19C1-48C2-8E94-038723467EE5}" type="pres">
      <dgm:prSet presAssocID="{0F1A23C2-4143-4AF6-A8CD-896EAAEFAEB5}" presName="sibTrans" presStyleLbl="sibTrans2D1" presStyleIdx="2" presStyleCnt="12"/>
      <dgm:spPr/>
    </dgm:pt>
    <dgm:pt modelId="{D346B313-E1C2-4E31-87AB-DE384213CEF5}" type="pres">
      <dgm:prSet presAssocID="{EBCB0537-1AAC-471E-B774-0BC7A3F1F7CB}" presName="child" presStyleLbl="alignAccFollowNode1" presStyleIdx="2" presStyleCnt="12">
        <dgm:presLayoutVars>
          <dgm:chMax val="0"/>
          <dgm:bulletEnabled val="1"/>
        </dgm:presLayoutVars>
      </dgm:prSet>
      <dgm:spPr/>
    </dgm:pt>
    <dgm:pt modelId="{01827FD4-D536-4090-B1BC-20F809ABBDD0}" type="pres">
      <dgm:prSet presAssocID="{6BD12B17-E36B-40BE-AA7C-5B46717FC257}" presName="sibTrans" presStyleLbl="sibTrans2D1" presStyleIdx="3" presStyleCnt="12"/>
      <dgm:spPr/>
    </dgm:pt>
    <dgm:pt modelId="{D82F916D-C8C0-413E-BE55-898DF5962D18}" type="pres">
      <dgm:prSet presAssocID="{CE307123-8DF4-4610-81B2-246055DEE215}" presName="child" presStyleLbl="alignAccFollowNode1" presStyleIdx="3" presStyleCnt="12">
        <dgm:presLayoutVars>
          <dgm:chMax val="0"/>
          <dgm:bulletEnabled val="1"/>
        </dgm:presLayoutVars>
      </dgm:prSet>
      <dgm:spPr/>
    </dgm:pt>
    <dgm:pt modelId="{B799A364-1A00-4FCC-9A0D-23F22229F757}" type="pres">
      <dgm:prSet presAssocID="{6FF6D8CC-CBC8-40F9-A45C-9111268D7876}" presName="sibTrans" presStyleLbl="sibTrans2D1" presStyleIdx="4" presStyleCnt="12"/>
      <dgm:spPr/>
    </dgm:pt>
    <dgm:pt modelId="{78344A23-84A8-46A2-A369-27D064FB5069}" type="pres">
      <dgm:prSet presAssocID="{8A7F0599-7478-494E-817F-268C37B58975}" presName="child" presStyleLbl="alignAccFollowNode1" presStyleIdx="4" presStyleCnt="12">
        <dgm:presLayoutVars>
          <dgm:chMax val="0"/>
          <dgm:bulletEnabled val="1"/>
        </dgm:presLayoutVars>
      </dgm:prSet>
      <dgm:spPr/>
    </dgm:pt>
    <dgm:pt modelId="{7DA0537E-BA7E-47ED-A07B-2CB1D93614C7}" type="pres">
      <dgm:prSet presAssocID="{F3FDF783-577E-4839-8556-2C5222E8C681}" presName="hSp" presStyleCnt="0"/>
      <dgm:spPr/>
    </dgm:pt>
    <dgm:pt modelId="{25C4B124-F3E8-4DEF-B14F-BDB95EE353C1}" type="pres">
      <dgm:prSet presAssocID="{436E2339-9111-464F-A778-5EC2F39E9635}" presName="vertFlow" presStyleCnt="0"/>
      <dgm:spPr/>
    </dgm:pt>
    <dgm:pt modelId="{7C8D2CF0-8E3A-4BE0-846D-ACEC70E7D70A}" type="pres">
      <dgm:prSet presAssocID="{436E2339-9111-464F-A778-5EC2F39E9635}" presName="header" presStyleLbl="node1" presStyleIdx="1" presStyleCnt="3" custScaleX="124335" custScaleY="102975"/>
      <dgm:spPr/>
    </dgm:pt>
    <dgm:pt modelId="{7433CC79-DE51-4C30-90F1-6BA73D0F14E1}" type="pres">
      <dgm:prSet presAssocID="{0847BF60-3CED-4000-80B5-C3CC104B1E1E}" presName="parTrans" presStyleLbl="sibTrans2D1" presStyleIdx="5" presStyleCnt="12"/>
      <dgm:spPr/>
    </dgm:pt>
    <dgm:pt modelId="{DFB9F8AB-2FC0-417B-B101-D735AFF0E673}" type="pres">
      <dgm:prSet presAssocID="{64A3AE3A-B4BA-4FF1-A927-5BF17124E93C}" presName="child" presStyleLbl="alignAccFollowNode1" presStyleIdx="5" presStyleCnt="12" custScaleX="123270">
        <dgm:presLayoutVars>
          <dgm:chMax val="0"/>
          <dgm:bulletEnabled val="1"/>
        </dgm:presLayoutVars>
      </dgm:prSet>
      <dgm:spPr/>
    </dgm:pt>
    <dgm:pt modelId="{BF173829-614E-4ECE-BFAA-46FCF5502E32}" type="pres">
      <dgm:prSet presAssocID="{873E3EA8-C08B-48BB-86AF-73D8E1A4E9E4}" presName="sibTrans" presStyleLbl="sibTrans2D1" presStyleIdx="6" presStyleCnt="12"/>
      <dgm:spPr/>
    </dgm:pt>
    <dgm:pt modelId="{4B8929CB-0165-4CE8-A7F1-844C3C7B60AF}" type="pres">
      <dgm:prSet presAssocID="{A2407599-20A2-48D2-9E66-99E8A907DBA6}" presName="child" presStyleLbl="alignAccFollowNode1" presStyleIdx="6" presStyleCnt="12" custScaleX="122049">
        <dgm:presLayoutVars>
          <dgm:chMax val="0"/>
          <dgm:bulletEnabled val="1"/>
        </dgm:presLayoutVars>
      </dgm:prSet>
      <dgm:spPr/>
    </dgm:pt>
    <dgm:pt modelId="{83275A3A-2C7F-4E9D-9459-C5F221B72E54}" type="pres">
      <dgm:prSet presAssocID="{3B902D3F-C4EF-44AE-8E5B-097C2A8B4D4B}" presName="sibTrans" presStyleLbl="sibTrans2D1" presStyleIdx="7" presStyleCnt="12"/>
      <dgm:spPr/>
    </dgm:pt>
    <dgm:pt modelId="{72955820-CB87-43BF-B641-694887B3F165}" type="pres">
      <dgm:prSet presAssocID="{E3BBC3C9-44F9-4A9D-951B-9D52F6131295}" presName="child" presStyleLbl="alignAccFollowNode1" presStyleIdx="7" presStyleCnt="12" custScaleX="122049">
        <dgm:presLayoutVars>
          <dgm:chMax val="0"/>
          <dgm:bulletEnabled val="1"/>
        </dgm:presLayoutVars>
      </dgm:prSet>
      <dgm:spPr/>
    </dgm:pt>
    <dgm:pt modelId="{1BE7B21D-BA8C-4298-A4E2-FB474950DDFE}" type="pres">
      <dgm:prSet presAssocID="{436E2339-9111-464F-A778-5EC2F39E9635}" presName="hSp" presStyleCnt="0"/>
      <dgm:spPr/>
    </dgm:pt>
    <dgm:pt modelId="{CC1C9A33-6C30-49EF-A3BE-1F784FF27B49}" type="pres">
      <dgm:prSet presAssocID="{267BF024-F178-46D9-BC24-D4182E1A39BE}" presName="vertFlow" presStyleCnt="0"/>
      <dgm:spPr/>
    </dgm:pt>
    <dgm:pt modelId="{85646ABB-2D3A-4085-A8BB-F8F06057A7D7}" type="pres">
      <dgm:prSet presAssocID="{267BF024-F178-46D9-BC24-D4182E1A39BE}" presName="header" presStyleLbl="node1" presStyleIdx="2" presStyleCnt="3" custScaleX="122872"/>
      <dgm:spPr/>
    </dgm:pt>
    <dgm:pt modelId="{F3B785AE-9F64-4575-B4F7-2941A9A1A190}" type="pres">
      <dgm:prSet presAssocID="{4041E219-A7FC-47A9-A73E-126B8B62E14A}" presName="parTrans" presStyleLbl="sibTrans2D1" presStyleIdx="8" presStyleCnt="12"/>
      <dgm:spPr/>
    </dgm:pt>
    <dgm:pt modelId="{E73F3EAA-332B-4091-8F06-2EBB3864DC21}" type="pres">
      <dgm:prSet presAssocID="{A17AF3FD-8333-4E3C-91F0-864C0A1D69B0}" presName="child" presStyleLbl="alignAccFollowNode1" presStyleIdx="8" presStyleCnt="12">
        <dgm:presLayoutVars>
          <dgm:chMax val="0"/>
          <dgm:bulletEnabled val="1"/>
        </dgm:presLayoutVars>
      </dgm:prSet>
      <dgm:spPr/>
    </dgm:pt>
    <dgm:pt modelId="{3A659B7A-FA3C-4D99-98D0-540225BC58D1}" type="pres">
      <dgm:prSet presAssocID="{75AEF210-FC66-4A88-BFD5-304683BFCC61}" presName="sibTrans" presStyleLbl="sibTrans2D1" presStyleIdx="9" presStyleCnt="12"/>
      <dgm:spPr/>
    </dgm:pt>
    <dgm:pt modelId="{9E0CF61E-374D-4694-AEEE-EAE04D9AE779}" type="pres">
      <dgm:prSet presAssocID="{88859922-94A8-4B6F-B3F2-7A8AD7B6494E}" presName="child" presStyleLbl="alignAccFollowNode1" presStyleIdx="9" presStyleCnt="12">
        <dgm:presLayoutVars>
          <dgm:chMax val="0"/>
          <dgm:bulletEnabled val="1"/>
        </dgm:presLayoutVars>
      </dgm:prSet>
      <dgm:spPr/>
    </dgm:pt>
    <dgm:pt modelId="{AAE1F0A3-9FAB-478B-BC93-F6406FEEDD3E}" type="pres">
      <dgm:prSet presAssocID="{2A02086E-907C-4953-8A76-C1EB5F3C33A0}" presName="sibTrans" presStyleLbl="sibTrans2D1" presStyleIdx="10" presStyleCnt="12"/>
      <dgm:spPr/>
    </dgm:pt>
    <dgm:pt modelId="{41E6D71C-324D-4708-B1F0-E6B9BB8A6CB1}" type="pres">
      <dgm:prSet presAssocID="{C35D9E16-F10B-456D-A552-5E3A0EB31A2E}" presName="child" presStyleLbl="alignAccFollowNode1" presStyleIdx="10" presStyleCnt="12">
        <dgm:presLayoutVars>
          <dgm:chMax val="0"/>
          <dgm:bulletEnabled val="1"/>
        </dgm:presLayoutVars>
      </dgm:prSet>
      <dgm:spPr/>
    </dgm:pt>
    <dgm:pt modelId="{138ED6C1-CF6F-4FA3-ADD4-9AD25B21C51B}" type="pres">
      <dgm:prSet presAssocID="{E13AD1D2-8FFF-4225-9905-9FF1BD8D0A07}" presName="sibTrans" presStyleLbl="sibTrans2D1" presStyleIdx="11" presStyleCnt="12"/>
      <dgm:spPr/>
    </dgm:pt>
    <dgm:pt modelId="{0FD12EFD-DF79-4AA0-970C-A99A9FBFDCF4}" type="pres">
      <dgm:prSet presAssocID="{B06EF7DD-5ABB-49BB-9799-78B88DE21F08}" presName="child" presStyleLbl="alignAccFollowNode1" presStyleIdx="11" presStyleCnt="12">
        <dgm:presLayoutVars>
          <dgm:chMax val="0"/>
          <dgm:bulletEnabled val="1"/>
        </dgm:presLayoutVars>
      </dgm:prSet>
      <dgm:spPr/>
    </dgm:pt>
  </dgm:ptLst>
  <dgm:cxnLst>
    <dgm:cxn modelId="{11ABFA0C-1F8B-4DC2-90FB-8933073957CF}" type="presOf" srcId="{B06EF7DD-5ABB-49BB-9799-78B88DE21F08}" destId="{0FD12EFD-DF79-4AA0-970C-A99A9FBFDCF4}" srcOrd="0" destOrd="0" presId="urn:microsoft.com/office/officeart/2005/8/layout/lProcess1"/>
    <dgm:cxn modelId="{098BA00E-9C2D-46CA-9C46-90A5AB77BEDA}" srcId="{436E2339-9111-464F-A778-5EC2F39E9635}" destId="{64A3AE3A-B4BA-4FF1-A927-5BF17124E93C}" srcOrd="0" destOrd="0" parTransId="{0847BF60-3CED-4000-80B5-C3CC104B1E1E}" sibTransId="{873E3EA8-C08B-48BB-86AF-73D8E1A4E9E4}"/>
    <dgm:cxn modelId="{D772321B-0D2E-468A-92FE-A0EF741C5397}" type="presOf" srcId="{A17AF3FD-8333-4E3C-91F0-864C0A1D69B0}" destId="{E73F3EAA-332B-4091-8F06-2EBB3864DC21}" srcOrd="0" destOrd="0" presId="urn:microsoft.com/office/officeart/2005/8/layout/lProcess1"/>
    <dgm:cxn modelId="{615CAA1D-99C2-4079-8A81-FB94CA521A80}" type="presOf" srcId="{85CFE4E2-D59E-4EAC-B972-5E61220A212C}" destId="{9C1D28ED-89C9-462D-9782-7C8C71B528C8}" srcOrd="0" destOrd="0" presId="urn:microsoft.com/office/officeart/2005/8/layout/lProcess1"/>
    <dgm:cxn modelId="{FD1B3B26-EACB-48ED-941E-9C0D24965A4E}" srcId="{267BF024-F178-46D9-BC24-D4182E1A39BE}" destId="{B06EF7DD-5ABB-49BB-9799-78B88DE21F08}" srcOrd="3" destOrd="0" parTransId="{30CC047D-5FA8-42D2-983F-FAEA6407AA0C}" sibTransId="{04EADBC5-18DE-478A-A5AE-A627B5A5B6CC}"/>
    <dgm:cxn modelId="{5A620034-9DBB-408C-A439-E5B9C18791A5}" srcId="{267BF024-F178-46D9-BC24-D4182E1A39BE}" destId="{A17AF3FD-8333-4E3C-91F0-864C0A1D69B0}" srcOrd="0" destOrd="0" parTransId="{4041E219-A7FC-47A9-A73E-126B8B62E14A}" sibTransId="{75AEF210-FC66-4A88-BFD5-304683BFCC61}"/>
    <dgm:cxn modelId="{B8AFE540-BFA4-4A15-9A41-8E7CF9C49B26}" srcId="{F3FDF783-577E-4839-8556-2C5222E8C681}" destId="{8A7F0599-7478-494E-817F-268C37B58975}" srcOrd="4" destOrd="0" parTransId="{439A658A-CBFF-4F70-AEC9-FF7B73408E86}" sibTransId="{68EC0102-B9C5-4AEB-8F8F-9612DE0867AC}"/>
    <dgm:cxn modelId="{745F145F-28B4-49D3-B142-7FF29317322E}" type="presOf" srcId="{E13AD1D2-8FFF-4225-9905-9FF1BD8D0A07}" destId="{138ED6C1-CF6F-4FA3-ADD4-9AD25B21C51B}" srcOrd="0" destOrd="0" presId="urn:microsoft.com/office/officeart/2005/8/layout/lProcess1"/>
    <dgm:cxn modelId="{1FA51241-8ED3-4944-A19E-4B0DDE0EB2B2}" srcId="{F3FDF783-577E-4839-8556-2C5222E8C681}" destId="{CE307123-8DF4-4610-81B2-246055DEE215}" srcOrd="3" destOrd="0" parTransId="{BC1FD8A8-F12B-4FF4-9F18-444CC980CF2B}" sibTransId="{6FF6D8CC-CBC8-40F9-A45C-9111268D7876}"/>
    <dgm:cxn modelId="{E2652246-7534-4E8F-AD55-2D001FB184E6}" srcId="{267BF024-F178-46D9-BC24-D4182E1A39BE}" destId="{88859922-94A8-4B6F-B3F2-7A8AD7B6494E}" srcOrd="1" destOrd="0" parTransId="{385D4649-3354-417F-9979-DE50A791E655}" sibTransId="{2A02086E-907C-4953-8A76-C1EB5F3C33A0}"/>
    <dgm:cxn modelId="{AC4CBE4A-E6FB-46ED-A7FA-F1F5B923A8C8}" type="presOf" srcId="{EBCB0537-1AAC-471E-B774-0BC7A3F1F7CB}" destId="{D346B313-E1C2-4E31-87AB-DE384213CEF5}" srcOrd="0" destOrd="0" presId="urn:microsoft.com/office/officeart/2005/8/layout/lProcess1"/>
    <dgm:cxn modelId="{B164774B-214C-42FF-9836-72450F07320C}" type="presOf" srcId="{6FF6D8CC-CBC8-40F9-A45C-9111268D7876}" destId="{B799A364-1A00-4FCC-9A0D-23F22229F757}" srcOrd="0" destOrd="0" presId="urn:microsoft.com/office/officeart/2005/8/layout/lProcess1"/>
    <dgm:cxn modelId="{18C2144C-B0DF-434D-9312-53E590F400DE}" type="presOf" srcId="{F66412C2-CBE0-44DC-AA31-45AEA11DCE5B}" destId="{CC457705-1E67-4BB0-9740-3136DDCE8D57}" srcOrd="0" destOrd="0" presId="urn:microsoft.com/office/officeart/2005/8/layout/lProcess1"/>
    <dgm:cxn modelId="{8B56C56F-107F-458E-81C4-5539F7EF2AA6}" type="presOf" srcId="{4041E219-A7FC-47A9-A73E-126B8B62E14A}" destId="{F3B785AE-9F64-4575-B4F7-2941A9A1A190}" srcOrd="0" destOrd="0" presId="urn:microsoft.com/office/officeart/2005/8/layout/lProcess1"/>
    <dgm:cxn modelId="{35AECD6F-2A54-4ECC-A212-0E26B3E1D147}" type="presOf" srcId="{6BD12B17-E36B-40BE-AA7C-5B46717FC257}" destId="{01827FD4-D536-4090-B1BC-20F809ABBDD0}" srcOrd="0" destOrd="0" presId="urn:microsoft.com/office/officeart/2005/8/layout/lProcess1"/>
    <dgm:cxn modelId="{DE773756-7C3B-41D2-9968-19E44359FBC3}" type="presOf" srcId="{A2407599-20A2-48D2-9E66-99E8A907DBA6}" destId="{4B8929CB-0165-4CE8-A7F1-844C3C7B60AF}" srcOrd="0" destOrd="0" presId="urn:microsoft.com/office/officeart/2005/8/layout/lProcess1"/>
    <dgm:cxn modelId="{4ADAEE59-D2DE-4740-941C-137E9D5D42A5}" type="presOf" srcId="{D6C7CF60-1294-47A7-94A9-EA02714C48A4}" destId="{165A19A5-79D5-4CAF-BAAF-018EE0409782}" srcOrd="0" destOrd="0" presId="urn:microsoft.com/office/officeart/2005/8/layout/lProcess1"/>
    <dgm:cxn modelId="{BC282686-58E6-4445-A052-B6FB5A4FDBEC}" srcId="{D6C7CF60-1294-47A7-94A9-EA02714C48A4}" destId="{436E2339-9111-464F-A778-5EC2F39E9635}" srcOrd="1" destOrd="0" parTransId="{B36B4580-B4B6-4AF4-89BE-7A027C442D41}" sibTransId="{8BC2BD0D-BBE9-42F9-89E5-12B24FCDF8F1}"/>
    <dgm:cxn modelId="{61CB638F-E80C-43C5-9098-0EE37D105DB4}" srcId="{D6C7CF60-1294-47A7-94A9-EA02714C48A4}" destId="{F3FDF783-577E-4839-8556-2C5222E8C681}" srcOrd="0" destOrd="0" parTransId="{A4A2560F-435F-409B-8FF8-DE96BB3D464F}" sibTransId="{2E983AB2-0EE4-457D-A8FE-FE20711C8558}"/>
    <dgm:cxn modelId="{3A89718F-2694-4B76-891D-57A1DF2B72BC}" type="presOf" srcId="{3B902D3F-C4EF-44AE-8E5B-097C2A8B4D4B}" destId="{83275A3A-2C7F-4E9D-9459-C5F221B72E54}" srcOrd="0" destOrd="0" presId="urn:microsoft.com/office/officeart/2005/8/layout/lProcess1"/>
    <dgm:cxn modelId="{DE57EA92-A357-4ADA-BCD7-D17B44BA8CAF}" type="presOf" srcId="{267BF024-F178-46D9-BC24-D4182E1A39BE}" destId="{85646ABB-2D3A-4085-A8BB-F8F06057A7D7}" srcOrd="0" destOrd="0" presId="urn:microsoft.com/office/officeart/2005/8/layout/lProcess1"/>
    <dgm:cxn modelId="{7611279C-4DF7-4F58-98A2-F6C371691E28}" srcId="{F3FDF783-577E-4839-8556-2C5222E8C681}" destId="{EBCB0537-1AAC-471E-B774-0BC7A3F1F7CB}" srcOrd="2" destOrd="0" parTransId="{721823E5-00E2-4402-BAC7-5288B7861AB6}" sibTransId="{6BD12B17-E36B-40BE-AA7C-5B46717FC257}"/>
    <dgm:cxn modelId="{3DEC299C-0B03-4F62-AB51-D9B454AACF17}" srcId="{F3FDF783-577E-4839-8556-2C5222E8C681}" destId="{E63FDB5E-B130-4547-9671-57ECEF223FD8}" srcOrd="1" destOrd="0" parTransId="{914EBCDF-E00D-494C-910B-80194924A3EF}" sibTransId="{0F1A23C2-4143-4AF6-A8CD-896EAAEFAEB5}"/>
    <dgm:cxn modelId="{1802179F-178A-42B3-8645-6C5F76629969}" type="presOf" srcId="{0F1A23C2-4143-4AF6-A8CD-896EAAEFAEB5}" destId="{9C96CEBC-19C1-48C2-8E94-038723467EE5}" srcOrd="0" destOrd="0" presId="urn:microsoft.com/office/officeart/2005/8/layout/lProcess1"/>
    <dgm:cxn modelId="{99C02DA0-EE2F-424F-B504-6B007A8B9C46}" type="presOf" srcId="{E63FDB5E-B130-4547-9671-57ECEF223FD8}" destId="{53C25534-E9BF-4C63-A9A2-57B80695765C}" srcOrd="0" destOrd="0" presId="urn:microsoft.com/office/officeart/2005/8/layout/lProcess1"/>
    <dgm:cxn modelId="{CE8EFDAA-242C-4464-AF30-B887AFFCA619}" type="presOf" srcId="{CE307123-8DF4-4610-81B2-246055DEE215}" destId="{D82F916D-C8C0-413E-BE55-898DF5962D18}" srcOrd="0" destOrd="0" presId="urn:microsoft.com/office/officeart/2005/8/layout/lProcess1"/>
    <dgm:cxn modelId="{CBBAF2B1-72C0-4703-AD08-729D36F31A61}" type="presOf" srcId="{C35D9E16-F10B-456D-A552-5E3A0EB31A2E}" destId="{41E6D71C-324D-4708-B1F0-E6B9BB8A6CB1}" srcOrd="0" destOrd="0" presId="urn:microsoft.com/office/officeart/2005/8/layout/lProcess1"/>
    <dgm:cxn modelId="{5C3FCCB4-0E04-4EAF-9F85-97AD9B763476}" type="presOf" srcId="{2A02086E-907C-4953-8A76-C1EB5F3C33A0}" destId="{AAE1F0A3-9FAB-478B-BC93-F6406FEEDD3E}" srcOrd="0" destOrd="0" presId="urn:microsoft.com/office/officeart/2005/8/layout/lProcess1"/>
    <dgm:cxn modelId="{3F68CEB4-1218-4120-981E-1B70C8F43520}" type="presOf" srcId="{568E976C-BA27-4994-9994-E5A26911F4FB}" destId="{D038F78F-E360-43CA-A917-0F78E87CDF94}" srcOrd="0" destOrd="0" presId="urn:microsoft.com/office/officeart/2005/8/layout/lProcess1"/>
    <dgm:cxn modelId="{C358B2B5-D7CE-4BC0-BB8F-4F9E99E84632}" type="presOf" srcId="{0847BF60-3CED-4000-80B5-C3CC104B1E1E}" destId="{7433CC79-DE51-4C30-90F1-6BA73D0F14E1}" srcOrd="0" destOrd="0" presId="urn:microsoft.com/office/officeart/2005/8/layout/lProcess1"/>
    <dgm:cxn modelId="{3595F0BA-837B-477C-8F55-642E5E37AC4E}" srcId="{436E2339-9111-464F-A778-5EC2F39E9635}" destId="{E3BBC3C9-44F9-4A9D-951B-9D52F6131295}" srcOrd="2" destOrd="0" parTransId="{4EB2BEB4-D270-47A9-962A-12B133D9F2CD}" sibTransId="{D26C7CC3-C841-4E74-8B1B-2958F4C881E6}"/>
    <dgm:cxn modelId="{2C112FBB-E460-458D-A4A6-75011FBCAF74}" type="presOf" srcId="{88859922-94A8-4B6F-B3F2-7A8AD7B6494E}" destId="{9E0CF61E-374D-4694-AEEE-EAE04D9AE779}" srcOrd="0" destOrd="0" presId="urn:microsoft.com/office/officeart/2005/8/layout/lProcess1"/>
    <dgm:cxn modelId="{0A60E3C0-0645-4C7A-A5D5-CE0772522168}" type="presOf" srcId="{436E2339-9111-464F-A778-5EC2F39E9635}" destId="{7C8D2CF0-8E3A-4BE0-846D-ACEC70E7D70A}" srcOrd="0" destOrd="0" presId="urn:microsoft.com/office/officeart/2005/8/layout/lProcess1"/>
    <dgm:cxn modelId="{D71CAAC2-AE76-4D6B-9407-BB35160FCC54}" type="presOf" srcId="{E3BBC3C9-44F9-4A9D-951B-9D52F6131295}" destId="{72955820-CB87-43BF-B641-694887B3F165}" srcOrd="0" destOrd="0" presId="urn:microsoft.com/office/officeart/2005/8/layout/lProcess1"/>
    <dgm:cxn modelId="{92BE55C4-6600-4E41-BDB6-22268793B8E9}" srcId="{D6C7CF60-1294-47A7-94A9-EA02714C48A4}" destId="{267BF024-F178-46D9-BC24-D4182E1A39BE}" srcOrd="2" destOrd="0" parTransId="{304DD647-8C1C-44BA-8033-A7966D2DE259}" sibTransId="{99DA28C5-E88D-4015-99D6-130E4D35E4FD}"/>
    <dgm:cxn modelId="{B1CF6ACD-B49E-4FAE-872D-1D8037DD342C}" type="presOf" srcId="{75AEF210-FC66-4A88-BFD5-304683BFCC61}" destId="{3A659B7A-FA3C-4D99-98D0-540225BC58D1}" srcOrd="0" destOrd="0" presId="urn:microsoft.com/office/officeart/2005/8/layout/lProcess1"/>
    <dgm:cxn modelId="{DD9C05CF-D04E-4EC4-A30C-C49F71FC9C91}" type="presOf" srcId="{873E3EA8-C08B-48BB-86AF-73D8E1A4E9E4}" destId="{BF173829-614E-4ECE-BFAA-46FCF5502E32}" srcOrd="0" destOrd="0" presId="urn:microsoft.com/office/officeart/2005/8/layout/lProcess1"/>
    <dgm:cxn modelId="{630022D0-C96D-4D2F-85E3-AD7A3603590C}" type="presOf" srcId="{F3FDF783-577E-4839-8556-2C5222E8C681}" destId="{71CA44BE-305C-4659-80A3-A8C7605D9161}" srcOrd="0" destOrd="0" presId="urn:microsoft.com/office/officeart/2005/8/layout/lProcess1"/>
    <dgm:cxn modelId="{117F43D3-2DBC-467F-8807-F3F5C826FBB2}" type="presOf" srcId="{64A3AE3A-B4BA-4FF1-A927-5BF17124E93C}" destId="{DFB9F8AB-2FC0-417B-B101-D735AFF0E673}" srcOrd="0" destOrd="0" presId="urn:microsoft.com/office/officeart/2005/8/layout/lProcess1"/>
    <dgm:cxn modelId="{BD4708DE-C9D9-4637-984D-62625CECCA26}" srcId="{436E2339-9111-464F-A778-5EC2F39E9635}" destId="{A2407599-20A2-48D2-9E66-99E8A907DBA6}" srcOrd="1" destOrd="0" parTransId="{A42C0953-AD49-48C3-AAEE-31E458E2FB69}" sibTransId="{3B902D3F-C4EF-44AE-8E5B-097C2A8B4D4B}"/>
    <dgm:cxn modelId="{56DC8DE0-EE26-468E-9B16-27B41E79D8B2}" srcId="{F3FDF783-577E-4839-8556-2C5222E8C681}" destId="{F66412C2-CBE0-44DC-AA31-45AEA11DCE5B}" srcOrd="0" destOrd="0" parTransId="{568E976C-BA27-4994-9994-E5A26911F4FB}" sibTransId="{85CFE4E2-D59E-4EAC-B972-5E61220A212C}"/>
    <dgm:cxn modelId="{10A5D3F9-1E95-429A-BEDC-A0024C1488FD}" type="presOf" srcId="{8A7F0599-7478-494E-817F-268C37B58975}" destId="{78344A23-84A8-46A2-A369-27D064FB5069}" srcOrd="0" destOrd="0" presId="urn:microsoft.com/office/officeart/2005/8/layout/lProcess1"/>
    <dgm:cxn modelId="{ADE4ECFB-2A71-453C-A1F2-4216D239A8A6}" srcId="{267BF024-F178-46D9-BC24-D4182E1A39BE}" destId="{C35D9E16-F10B-456D-A552-5E3A0EB31A2E}" srcOrd="2" destOrd="0" parTransId="{7BBC19D9-455B-4908-B1CE-627369F8B151}" sibTransId="{E13AD1D2-8FFF-4225-9905-9FF1BD8D0A07}"/>
    <dgm:cxn modelId="{33DA6014-32B3-4CD1-A6CC-5EC1DB1972D3}" type="presParOf" srcId="{165A19A5-79D5-4CAF-BAAF-018EE0409782}" destId="{518D1441-6E06-41E0-9A1E-E974D8E5BC5E}" srcOrd="0" destOrd="0" presId="urn:microsoft.com/office/officeart/2005/8/layout/lProcess1"/>
    <dgm:cxn modelId="{B692A1A2-A93B-4C61-9C52-BF93F72DE5F6}" type="presParOf" srcId="{518D1441-6E06-41E0-9A1E-E974D8E5BC5E}" destId="{71CA44BE-305C-4659-80A3-A8C7605D9161}" srcOrd="0" destOrd="0" presId="urn:microsoft.com/office/officeart/2005/8/layout/lProcess1"/>
    <dgm:cxn modelId="{B8C9AA18-4742-4A72-A109-7F518150119B}" type="presParOf" srcId="{518D1441-6E06-41E0-9A1E-E974D8E5BC5E}" destId="{D038F78F-E360-43CA-A917-0F78E87CDF94}" srcOrd="1" destOrd="0" presId="urn:microsoft.com/office/officeart/2005/8/layout/lProcess1"/>
    <dgm:cxn modelId="{BA5783DB-7341-4EFD-937C-4948E1569242}" type="presParOf" srcId="{518D1441-6E06-41E0-9A1E-E974D8E5BC5E}" destId="{CC457705-1E67-4BB0-9740-3136DDCE8D57}" srcOrd="2" destOrd="0" presId="urn:microsoft.com/office/officeart/2005/8/layout/lProcess1"/>
    <dgm:cxn modelId="{C8CDE919-01B7-4C4A-8A36-A18662DD4141}" type="presParOf" srcId="{518D1441-6E06-41E0-9A1E-E974D8E5BC5E}" destId="{9C1D28ED-89C9-462D-9782-7C8C71B528C8}" srcOrd="3" destOrd="0" presId="urn:microsoft.com/office/officeart/2005/8/layout/lProcess1"/>
    <dgm:cxn modelId="{26EEC22D-A307-4953-8FA9-1934547B9941}" type="presParOf" srcId="{518D1441-6E06-41E0-9A1E-E974D8E5BC5E}" destId="{53C25534-E9BF-4C63-A9A2-57B80695765C}" srcOrd="4" destOrd="0" presId="urn:microsoft.com/office/officeart/2005/8/layout/lProcess1"/>
    <dgm:cxn modelId="{FCEF2B70-B86B-4A62-BE89-CBD66A61CF28}" type="presParOf" srcId="{518D1441-6E06-41E0-9A1E-E974D8E5BC5E}" destId="{9C96CEBC-19C1-48C2-8E94-038723467EE5}" srcOrd="5" destOrd="0" presId="urn:microsoft.com/office/officeart/2005/8/layout/lProcess1"/>
    <dgm:cxn modelId="{1BE5B580-B911-47E0-A75A-6207978BC31C}" type="presParOf" srcId="{518D1441-6E06-41E0-9A1E-E974D8E5BC5E}" destId="{D346B313-E1C2-4E31-87AB-DE384213CEF5}" srcOrd="6" destOrd="0" presId="urn:microsoft.com/office/officeart/2005/8/layout/lProcess1"/>
    <dgm:cxn modelId="{35DC10A8-C7BE-4537-8CAD-DEC823B9313B}" type="presParOf" srcId="{518D1441-6E06-41E0-9A1E-E974D8E5BC5E}" destId="{01827FD4-D536-4090-B1BC-20F809ABBDD0}" srcOrd="7" destOrd="0" presId="urn:microsoft.com/office/officeart/2005/8/layout/lProcess1"/>
    <dgm:cxn modelId="{EC181D0E-B3D2-4B0B-866C-B030D2810AE9}" type="presParOf" srcId="{518D1441-6E06-41E0-9A1E-E974D8E5BC5E}" destId="{D82F916D-C8C0-413E-BE55-898DF5962D18}" srcOrd="8" destOrd="0" presId="urn:microsoft.com/office/officeart/2005/8/layout/lProcess1"/>
    <dgm:cxn modelId="{C7540146-511B-4D17-B2B7-77E2A07E5F91}" type="presParOf" srcId="{518D1441-6E06-41E0-9A1E-E974D8E5BC5E}" destId="{B799A364-1A00-4FCC-9A0D-23F22229F757}" srcOrd="9" destOrd="0" presId="urn:microsoft.com/office/officeart/2005/8/layout/lProcess1"/>
    <dgm:cxn modelId="{81F80952-8D07-46C7-86B7-2C5E6A9D8C58}" type="presParOf" srcId="{518D1441-6E06-41E0-9A1E-E974D8E5BC5E}" destId="{78344A23-84A8-46A2-A369-27D064FB5069}" srcOrd="10" destOrd="0" presId="urn:microsoft.com/office/officeart/2005/8/layout/lProcess1"/>
    <dgm:cxn modelId="{BC371A1D-7293-4A96-85F8-3B117582AB46}" type="presParOf" srcId="{165A19A5-79D5-4CAF-BAAF-018EE0409782}" destId="{7DA0537E-BA7E-47ED-A07B-2CB1D93614C7}" srcOrd="1" destOrd="0" presId="urn:microsoft.com/office/officeart/2005/8/layout/lProcess1"/>
    <dgm:cxn modelId="{C40D786E-62A7-40E4-8A13-A6EB8011A17E}" type="presParOf" srcId="{165A19A5-79D5-4CAF-BAAF-018EE0409782}" destId="{25C4B124-F3E8-4DEF-B14F-BDB95EE353C1}" srcOrd="2" destOrd="0" presId="urn:microsoft.com/office/officeart/2005/8/layout/lProcess1"/>
    <dgm:cxn modelId="{11CF040B-7F5C-4286-B7F6-FA07E7BC03F1}" type="presParOf" srcId="{25C4B124-F3E8-4DEF-B14F-BDB95EE353C1}" destId="{7C8D2CF0-8E3A-4BE0-846D-ACEC70E7D70A}" srcOrd="0" destOrd="0" presId="urn:microsoft.com/office/officeart/2005/8/layout/lProcess1"/>
    <dgm:cxn modelId="{97A94C7C-2B70-42C5-A294-B7EB2C8718C1}" type="presParOf" srcId="{25C4B124-F3E8-4DEF-B14F-BDB95EE353C1}" destId="{7433CC79-DE51-4C30-90F1-6BA73D0F14E1}" srcOrd="1" destOrd="0" presId="urn:microsoft.com/office/officeart/2005/8/layout/lProcess1"/>
    <dgm:cxn modelId="{2FA2C194-C47D-4F8D-9242-37D169F34ED7}" type="presParOf" srcId="{25C4B124-F3E8-4DEF-B14F-BDB95EE353C1}" destId="{DFB9F8AB-2FC0-417B-B101-D735AFF0E673}" srcOrd="2" destOrd="0" presId="urn:microsoft.com/office/officeart/2005/8/layout/lProcess1"/>
    <dgm:cxn modelId="{E6B1B9BE-833C-4823-B7CE-60FFFE69DDCE}" type="presParOf" srcId="{25C4B124-F3E8-4DEF-B14F-BDB95EE353C1}" destId="{BF173829-614E-4ECE-BFAA-46FCF5502E32}" srcOrd="3" destOrd="0" presId="urn:microsoft.com/office/officeart/2005/8/layout/lProcess1"/>
    <dgm:cxn modelId="{BA70487D-B186-4AA2-B2CF-DE0FCA46A9D2}" type="presParOf" srcId="{25C4B124-F3E8-4DEF-B14F-BDB95EE353C1}" destId="{4B8929CB-0165-4CE8-A7F1-844C3C7B60AF}" srcOrd="4" destOrd="0" presId="urn:microsoft.com/office/officeart/2005/8/layout/lProcess1"/>
    <dgm:cxn modelId="{E97A1919-C2F6-46C0-BEC8-93D9BA8FE7CA}" type="presParOf" srcId="{25C4B124-F3E8-4DEF-B14F-BDB95EE353C1}" destId="{83275A3A-2C7F-4E9D-9459-C5F221B72E54}" srcOrd="5" destOrd="0" presId="urn:microsoft.com/office/officeart/2005/8/layout/lProcess1"/>
    <dgm:cxn modelId="{1744AA1B-710A-437D-81BA-47F5A4D27F43}" type="presParOf" srcId="{25C4B124-F3E8-4DEF-B14F-BDB95EE353C1}" destId="{72955820-CB87-43BF-B641-694887B3F165}" srcOrd="6" destOrd="0" presId="urn:microsoft.com/office/officeart/2005/8/layout/lProcess1"/>
    <dgm:cxn modelId="{6C36D6DB-FDBA-4270-ABC0-DF6584A80DCF}" type="presParOf" srcId="{165A19A5-79D5-4CAF-BAAF-018EE0409782}" destId="{1BE7B21D-BA8C-4298-A4E2-FB474950DDFE}" srcOrd="3" destOrd="0" presId="urn:microsoft.com/office/officeart/2005/8/layout/lProcess1"/>
    <dgm:cxn modelId="{952637C7-4387-4DC4-BC0A-8D902DFFB59D}" type="presParOf" srcId="{165A19A5-79D5-4CAF-BAAF-018EE0409782}" destId="{CC1C9A33-6C30-49EF-A3BE-1F784FF27B49}" srcOrd="4" destOrd="0" presId="urn:microsoft.com/office/officeart/2005/8/layout/lProcess1"/>
    <dgm:cxn modelId="{0E7A9A28-C80D-4C35-9A9D-38024D7AB13D}" type="presParOf" srcId="{CC1C9A33-6C30-49EF-A3BE-1F784FF27B49}" destId="{85646ABB-2D3A-4085-A8BB-F8F06057A7D7}" srcOrd="0" destOrd="0" presId="urn:microsoft.com/office/officeart/2005/8/layout/lProcess1"/>
    <dgm:cxn modelId="{E9AB414D-3188-4AE8-9250-8B9849D6AE14}" type="presParOf" srcId="{CC1C9A33-6C30-49EF-A3BE-1F784FF27B49}" destId="{F3B785AE-9F64-4575-B4F7-2941A9A1A190}" srcOrd="1" destOrd="0" presId="urn:microsoft.com/office/officeart/2005/8/layout/lProcess1"/>
    <dgm:cxn modelId="{8BEDCDAE-F5CD-4E39-BAB4-5ACF5C46F63A}" type="presParOf" srcId="{CC1C9A33-6C30-49EF-A3BE-1F784FF27B49}" destId="{E73F3EAA-332B-4091-8F06-2EBB3864DC21}" srcOrd="2" destOrd="0" presId="urn:microsoft.com/office/officeart/2005/8/layout/lProcess1"/>
    <dgm:cxn modelId="{289B65EF-036F-4B09-87F8-CC101B731267}" type="presParOf" srcId="{CC1C9A33-6C30-49EF-A3BE-1F784FF27B49}" destId="{3A659B7A-FA3C-4D99-98D0-540225BC58D1}" srcOrd="3" destOrd="0" presId="urn:microsoft.com/office/officeart/2005/8/layout/lProcess1"/>
    <dgm:cxn modelId="{85A5C879-A47F-49E5-9292-51837624B150}" type="presParOf" srcId="{CC1C9A33-6C30-49EF-A3BE-1F784FF27B49}" destId="{9E0CF61E-374D-4694-AEEE-EAE04D9AE779}" srcOrd="4" destOrd="0" presId="urn:microsoft.com/office/officeart/2005/8/layout/lProcess1"/>
    <dgm:cxn modelId="{DC154782-62CB-4D42-BF2A-C57CCD130331}" type="presParOf" srcId="{CC1C9A33-6C30-49EF-A3BE-1F784FF27B49}" destId="{AAE1F0A3-9FAB-478B-BC93-F6406FEEDD3E}" srcOrd="5" destOrd="0" presId="urn:microsoft.com/office/officeart/2005/8/layout/lProcess1"/>
    <dgm:cxn modelId="{D20C8202-F4F1-4A41-BE33-0192862E2502}" type="presParOf" srcId="{CC1C9A33-6C30-49EF-A3BE-1F784FF27B49}" destId="{41E6D71C-324D-4708-B1F0-E6B9BB8A6CB1}" srcOrd="6" destOrd="0" presId="urn:microsoft.com/office/officeart/2005/8/layout/lProcess1"/>
    <dgm:cxn modelId="{3488D215-61C2-453F-B964-D2BAEA251396}" type="presParOf" srcId="{CC1C9A33-6C30-49EF-A3BE-1F784FF27B49}" destId="{138ED6C1-CF6F-4FA3-ADD4-9AD25B21C51B}" srcOrd="7" destOrd="0" presId="urn:microsoft.com/office/officeart/2005/8/layout/lProcess1"/>
    <dgm:cxn modelId="{2792F002-B7F6-4FBC-86EE-D5FD84A3435E}" type="presParOf" srcId="{CC1C9A33-6C30-49EF-A3BE-1F784FF27B49}" destId="{0FD12EFD-DF79-4AA0-970C-A99A9FBFDCF4}" srcOrd="8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126AA2-1248-4771-91E6-3DFF5E899C42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ES"/>
        </a:p>
      </dgm:t>
    </dgm:pt>
    <dgm:pt modelId="{D525CFA6-8579-4042-A9C0-BB324069C6EF}">
      <dgm:prSet phldrT="[Texto]"/>
      <dgm:spPr/>
      <dgm:t>
        <a:bodyPr/>
        <a:lstStyle/>
        <a:p>
          <a:r>
            <a:rPr lang="es-ES" dirty="0"/>
            <a:t>Evaluación de la precisión temporal de las trayectorias</a:t>
          </a:r>
        </a:p>
      </dgm:t>
    </dgm:pt>
    <dgm:pt modelId="{3A7979B0-2AB4-4A2B-AE97-935D77064F21}" type="parTrans" cxnId="{AB975F93-3C0D-464C-93BD-1CE9B1BC2549}">
      <dgm:prSet/>
      <dgm:spPr/>
      <dgm:t>
        <a:bodyPr/>
        <a:lstStyle/>
        <a:p>
          <a:endParaRPr lang="es-ES"/>
        </a:p>
      </dgm:t>
    </dgm:pt>
    <dgm:pt modelId="{8D89FAF6-A049-48BD-9249-24BC86464629}" type="sibTrans" cxnId="{AB975F93-3C0D-464C-93BD-1CE9B1BC2549}">
      <dgm:prSet/>
      <dgm:spPr/>
      <dgm:t>
        <a:bodyPr/>
        <a:lstStyle/>
        <a:p>
          <a:endParaRPr lang="es-ES"/>
        </a:p>
      </dgm:t>
    </dgm:pt>
    <dgm:pt modelId="{6664D5DF-3DC5-48A7-A7A9-CDA8CC607C45}">
      <dgm:prSet phldrT="[Texto]"/>
      <dgm:spPr/>
      <dgm:t>
        <a:bodyPr/>
        <a:lstStyle/>
        <a:p>
          <a:r>
            <a:rPr lang="es-ES" dirty="0"/>
            <a:t>MAE</a:t>
          </a:r>
        </a:p>
      </dgm:t>
    </dgm:pt>
    <dgm:pt modelId="{79F0D222-51CE-4177-89F6-ABFDD7EB601C}" type="parTrans" cxnId="{A499C471-DA88-4583-A3F8-6A64D2509910}">
      <dgm:prSet/>
      <dgm:spPr/>
      <dgm:t>
        <a:bodyPr/>
        <a:lstStyle/>
        <a:p>
          <a:endParaRPr lang="es-ES"/>
        </a:p>
      </dgm:t>
    </dgm:pt>
    <dgm:pt modelId="{116DBC40-8B71-45CB-8D6E-DF9432DE627A}" type="sibTrans" cxnId="{A499C471-DA88-4583-A3F8-6A64D2509910}">
      <dgm:prSet/>
      <dgm:spPr/>
      <dgm:t>
        <a:bodyPr/>
        <a:lstStyle/>
        <a:p>
          <a:endParaRPr lang="es-ES"/>
        </a:p>
      </dgm:t>
    </dgm:pt>
    <dgm:pt modelId="{0086B4D9-B1EF-4D8F-A8FE-D2C5F015D85A}">
      <dgm:prSet phldrT="[Texto]"/>
      <dgm:spPr/>
      <dgm:t>
        <a:bodyPr/>
        <a:lstStyle/>
        <a:p>
          <a:r>
            <a:rPr lang="es-ES" dirty="0"/>
            <a:t>NMAE</a:t>
          </a:r>
        </a:p>
      </dgm:t>
    </dgm:pt>
    <dgm:pt modelId="{5A507F67-6FDA-4289-8007-9FB6E1993AFD}" type="parTrans" cxnId="{9BFAC02E-0DA7-4FE5-8D86-BD77848BF306}">
      <dgm:prSet/>
      <dgm:spPr/>
      <dgm:t>
        <a:bodyPr/>
        <a:lstStyle/>
        <a:p>
          <a:endParaRPr lang="es-ES"/>
        </a:p>
      </dgm:t>
    </dgm:pt>
    <dgm:pt modelId="{541A0D47-2859-4300-8F08-9A1F26DA48F4}" type="sibTrans" cxnId="{9BFAC02E-0DA7-4FE5-8D86-BD77848BF306}">
      <dgm:prSet/>
      <dgm:spPr/>
      <dgm:t>
        <a:bodyPr/>
        <a:lstStyle/>
        <a:p>
          <a:endParaRPr lang="es-ES"/>
        </a:p>
      </dgm:t>
    </dgm:pt>
    <dgm:pt modelId="{BD583E73-7223-42A2-92F0-665A787F6449}">
      <dgm:prSet phldrT="[Texto]"/>
      <dgm:spPr/>
      <dgm:t>
        <a:bodyPr/>
        <a:lstStyle/>
        <a:p>
          <a:r>
            <a:rPr lang="es-ES" dirty="0"/>
            <a:t>Evaluación del diagnóstico cognitivo</a:t>
          </a:r>
        </a:p>
      </dgm:t>
    </dgm:pt>
    <dgm:pt modelId="{C519F15B-038E-4BFC-B134-AFB956A61820}" type="parTrans" cxnId="{FE50A6B1-E2EA-4549-A3BF-0C54C8B8F962}">
      <dgm:prSet/>
      <dgm:spPr/>
      <dgm:t>
        <a:bodyPr/>
        <a:lstStyle/>
        <a:p>
          <a:endParaRPr lang="es-ES"/>
        </a:p>
      </dgm:t>
    </dgm:pt>
    <dgm:pt modelId="{B02A1B2C-9773-4116-992C-178F11D6A87D}" type="sibTrans" cxnId="{FE50A6B1-E2EA-4549-A3BF-0C54C8B8F962}">
      <dgm:prSet/>
      <dgm:spPr/>
      <dgm:t>
        <a:bodyPr/>
        <a:lstStyle/>
        <a:p>
          <a:endParaRPr lang="es-ES"/>
        </a:p>
      </dgm:t>
    </dgm:pt>
    <dgm:pt modelId="{6E5BCE19-36BF-4954-9013-3D8FC79C77EC}">
      <dgm:prSet phldrT="[Texto]"/>
      <dgm:spPr/>
      <dgm:t>
        <a:bodyPr/>
        <a:lstStyle/>
        <a:p>
          <a:r>
            <a:rPr lang="es-ES" dirty="0"/>
            <a:t>AUC</a:t>
          </a:r>
        </a:p>
      </dgm:t>
    </dgm:pt>
    <dgm:pt modelId="{7E9C0CF4-F388-464B-81D0-9BD8056F8442}" type="parTrans" cxnId="{B5410FC6-820C-44AB-958C-85E614900298}">
      <dgm:prSet/>
      <dgm:spPr/>
      <dgm:t>
        <a:bodyPr/>
        <a:lstStyle/>
        <a:p>
          <a:endParaRPr lang="es-ES"/>
        </a:p>
      </dgm:t>
    </dgm:pt>
    <dgm:pt modelId="{9B9634A3-D0DF-4B3E-80F5-E93F9F4F067C}" type="sibTrans" cxnId="{B5410FC6-820C-44AB-958C-85E614900298}">
      <dgm:prSet/>
      <dgm:spPr/>
      <dgm:t>
        <a:bodyPr/>
        <a:lstStyle/>
        <a:p>
          <a:endParaRPr lang="es-ES"/>
        </a:p>
      </dgm:t>
    </dgm:pt>
    <dgm:pt modelId="{BFEBF94F-1BA9-4A2F-90D7-D6A64EF60F9F}">
      <dgm:prSet phldrT="[Texto]"/>
      <dgm:spPr/>
      <dgm:t>
        <a:bodyPr/>
        <a:lstStyle/>
        <a:p>
          <a:r>
            <a:rPr lang="es-ES" dirty="0"/>
            <a:t>CORRELACIÓN CON LOS TIEMPOS DE RESERVA Y DE CONVERSIÓN</a:t>
          </a:r>
        </a:p>
      </dgm:t>
    </dgm:pt>
    <dgm:pt modelId="{E41E1E27-FC91-4D4F-ABC4-9F6CA0A4D8A4}" type="parTrans" cxnId="{2FB7ED74-47BF-4E5F-9DF4-E1B8F136A76B}">
      <dgm:prSet/>
      <dgm:spPr/>
      <dgm:t>
        <a:bodyPr/>
        <a:lstStyle/>
        <a:p>
          <a:endParaRPr lang="es-ES"/>
        </a:p>
      </dgm:t>
    </dgm:pt>
    <dgm:pt modelId="{DC96FC7E-431A-45B2-B14C-16534F37DA09}" type="sibTrans" cxnId="{2FB7ED74-47BF-4E5F-9DF4-E1B8F136A76B}">
      <dgm:prSet/>
      <dgm:spPr/>
      <dgm:t>
        <a:bodyPr/>
        <a:lstStyle/>
        <a:p>
          <a:endParaRPr lang="es-ES"/>
        </a:p>
      </dgm:t>
    </dgm:pt>
    <dgm:pt modelId="{95D5643A-7C73-4E06-85FC-A34356E4BC81}">
      <dgm:prSet phldrT="[Texto]"/>
      <dgm:spPr/>
      <dgm:t>
        <a:bodyPr/>
        <a:lstStyle/>
        <a:p>
          <a:r>
            <a:rPr lang="es-ES" dirty="0"/>
            <a:t>SCORES</a:t>
          </a:r>
        </a:p>
      </dgm:t>
    </dgm:pt>
    <dgm:pt modelId="{77DCDC67-F4E7-4151-AF77-B94E3D6806B7}" type="parTrans" cxnId="{ABE430F2-94B5-4CB3-B94C-A0000C719B27}">
      <dgm:prSet/>
      <dgm:spPr/>
      <dgm:t>
        <a:bodyPr/>
        <a:lstStyle/>
        <a:p>
          <a:endParaRPr lang="es-ES"/>
        </a:p>
      </dgm:t>
    </dgm:pt>
    <dgm:pt modelId="{1656C2FF-B649-4D44-871B-E9BBA1596A97}" type="sibTrans" cxnId="{ABE430F2-94B5-4CB3-B94C-A0000C719B27}">
      <dgm:prSet/>
      <dgm:spPr/>
      <dgm:t>
        <a:bodyPr/>
        <a:lstStyle/>
        <a:p>
          <a:endParaRPr lang="es-ES"/>
        </a:p>
      </dgm:t>
    </dgm:pt>
    <dgm:pt modelId="{3C7F8250-BC79-4155-85CE-C93F56A2900D}" type="pres">
      <dgm:prSet presAssocID="{41126AA2-1248-4771-91E6-3DFF5E899C42}" presName="Name0" presStyleCnt="0">
        <dgm:presLayoutVars>
          <dgm:dir/>
          <dgm:animLvl val="lvl"/>
          <dgm:resizeHandles val="exact"/>
        </dgm:presLayoutVars>
      </dgm:prSet>
      <dgm:spPr/>
    </dgm:pt>
    <dgm:pt modelId="{7D6010EF-A70C-47B8-8E45-0C9D10FBFCE2}" type="pres">
      <dgm:prSet presAssocID="{D525CFA6-8579-4042-A9C0-BB324069C6EF}" presName="composite" presStyleCnt="0"/>
      <dgm:spPr/>
    </dgm:pt>
    <dgm:pt modelId="{607731BC-3D71-4ACC-837B-0A5A9766329E}" type="pres">
      <dgm:prSet presAssocID="{D525CFA6-8579-4042-A9C0-BB324069C6E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996B268-0F61-4AED-B3BE-B8E5678D1A97}" type="pres">
      <dgm:prSet presAssocID="{D525CFA6-8579-4042-A9C0-BB324069C6EF}" presName="desTx" presStyleLbl="alignAccFollowNode1" presStyleIdx="0" presStyleCnt="2">
        <dgm:presLayoutVars>
          <dgm:bulletEnabled val="1"/>
        </dgm:presLayoutVars>
      </dgm:prSet>
      <dgm:spPr/>
    </dgm:pt>
    <dgm:pt modelId="{9E3CC405-2D1A-4E42-B6BE-957500231424}" type="pres">
      <dgm:prSet presAssocID="{8D89FAF6-A049-48BD-9249-24BC86464629}" presName="space" presStyleCnt="0"/>
      <dgm:spPr/>
    </dgm:pt>
    <dgm:pt modelId="{BB00D670-876D-411B-BDAD-0CD56D03B8AA}" type="pres">
      <dgm:prSet presAssocID="{BD583E73-7223-42A2-92F0-665A787F6449}" presName="composite" presStyleCnt="0"/>
      <dgm:spPr/>
    </dgm:pt>
    <dgm:pt modelId="{6BF57199-63BF-4665-99C8-EF36A075DBFA}" type="pres">
      <dgm:prSet presAssocID="{BD583E73-7223-42A2-92F0-665A787F644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8B02FAD-9121-4522-940F-80CD304D49E0}" type="pres">
      <dgm:prSet presAssocID="{BD583E73-7223-42A2-92F0-665A787F644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4014C10-6D26-45C1-B4B7-DB1CD43640C2}" type="presOf" srcId="{0086B4D9-B1EF-4D8F-A8FE-D2C5F015D85A}" destId="{9996B268-0F61-4AED-B3BE-B8E5678D1A97}" srcOrd="0" destOrd="1" presId="urn:microsoft.com/office/officeart/2005/8/layout/hList1"/>
    <dgm:cxn modelId="{9BFAC02E-0DA7-4FE5-8D86-BD77848BF306}" srcId="{D525CFA6-8579-4042-A9C0-BB324069C6EF}" destId="{0086B4D9-B1EF-4D8F-A8FE-D2C5F015D85A}" srcOrd="1" destOrd="0" parTransId="{5A507F67-6FDA-4289-8007-9FB6E1993AFD}" sibTransId="{541A0D47-2859-4300-8F08-9A1F26DA48F4}"/>
    <dgm:cxn modelId="{99C65566-3802-4AF5-8418-D7637C2E9F6A}" type="presOf" srcId="{BFEBF94F-1BA9-4A2F-90D7-D6A64EF60F9F}" destId="{78B02FAD-9121-4522-940F-80CD304D49E0}" srcOrd="0" destOrd="2" presId="urn:microsoft.com/office/officeart/2005/8/layout/hList1"/>
    <dgm:cxn modelId="{A499C471-DA88-4583-A3F8-6A64D2509910}" srcId="{D525CFA6-8579-4042-A9C0-BB324069C6EF}" destId="{6664D5DF-3DC5-48A7-A7A9-CDA8CC607C45}" srcOrd="0" destOrd="0" parTransId="{79F0D222-51CE-4177-89F6-ABFDD7EB601C}" sibTransId="{116DBC40-8B71-45CB-8D6E-DF9432DE627A}"/>
    <dgm:cxn modelId="{2FB7ED74-47BF-4E5F-9DF4-E1B8F136A76B}" srcId="{BD583E73-7223-42A2-92F0-665A787F6449}" destId="{BFEBF94F-1BA9-4A2F-90D7-D6A64EF60F9F}" srcOrd="2" destOrd="0" parTransId="{E41E1E27-FC91-4D4F-ABC4-9F6CA0A4D8A4}" sibTransId="{DC96FC7E-431A-45B2-B14C-16534F37DA09}"/>
    <dgm:cxn modelId="{F8AE8B55-B615-4761-B838-4695F9A326B0}" type="presOf" srcId="{95D5643A-7C73-4E06-85FC-A34356E4BC81}" destId="{78B02FAD-9121-4522-940F-80CD304D49E0}" srcOrd="0" destOrd="1" presId="urn:microsoft.com/office/officeart/2005/8/layout/hList1"/>
    <dgm:cxn modelId="{AB975F93-3C0D-464C-93BD-1CE9B1BC2549}" srcId="{41126AA2-1248-4771-91E6-3DFF5E899C42}" destId="{D525CFA6-8579-4042-A9C0-BB324069C6EF}" srcOrd="0" destOrd="0" parTransId="{3A7979B0-2AB4-4A2B-AE97-935D77064F21}" sibTransId="{8D89FAF6-A049-48BD-9249-24BC86464629}"/>
    <dgm:cxn modelId="{DD11539B-9663-472F-A378-6AA4DB468F1E}" type="presOf" srcId="{6E5BCE19-36BF-4954-9013-3D8FC79C77EC}" destId="{78B02FAD-9121-4522-940F-80CD304D49E0}" srcOrd="0" destOrd="0" presId="urn:microsoft.com/office/officeart/2005/8/layout/hList1"/>
    <dgm:cxn modelId="{FE50A6B1-E2EA-4549-A3BF-0C54C8B8F962}" srcId="{41126AA2-1248-4771-91E6-3DFF5E899C42}" destId="{BD583E73-7223-42A2-92F0-665A787F6449}" srcOrd="1" destOrd="0" parTransId="{C519F15B-038E-4BFC-B134-AFB956A61820}" sibTransId="{B02A1B2C-9773-4116-992C-178F11D6A87D}"/>
    <dgm:cxn modelId="{945BFBB1-BB72-4FE8-B462-34EA91D0D4F7}" type="presOf" srcId="{D525CFA6-8579-4042-A9C0-BB324069C6EF}" destId="{607731BC-3D71-4ACC-837B-0A5A9766329E}" srcOrd="0" destOrd="0" presId="urn:microsoft.com/office/officeart/2005/8/layout/hList1"/>
    <dgm:cxn modelId="{CE9107C3-10F0-46E5-8624-9BB2CA57D0F7}" type="presOf" srcId="{41126AA2-1248-4771-91E6-3DFF5E899C42}" destId="{3C7F8250-BC79-4155-85CE-C93F56A2900D}" srcOrd="0" destOrd="0" presId="urn:microsoft.com/office/officeart/2005/8/layout/hList1"/>
    <dgm:cxn modelId="{B5410FC6-820C-44AB-958C-85E614900298}" srcId="{BD583E73-7223-42A2-92F0-665A787F6449}" destId="{6E5BCE19-36BF-4954-9013-3D8FC79C77EC}" srcOrd="0" destOrd="0" parTransId="{7E9C0CF4-F388-464B-81D0-9BD8056F8442}" sibTransId="{9B9634A3-D0DF-4B3E-80F5-E93F9F4F067C}"/>
    <dgm:cxn modelId="{B5E95EC6-C739-456A-8E06-C0B33AC207CF}" type="presOf" srcId="{BD583E73-7223-42A2-92F0-665A787F6449}" destId="{6BF57199-63BF-4665-99C8-EF36A075DBFA}" srcOrd="0" destOrd="0" presId="urn:microsoft.com/office/officeart/2005/8/layout/hList1"/>
    <dgm:cxn modelId="{362B52EC-606A-407F-A144-0C1D9C6BD347}" type="presOf" srcId="{6664D5DF-3DC5-48A7-A7A9-CDA8CC607C45}" destId="{9996B268-0F61-4AED-B3BE-B8E5678D1A97}" srcOrd="0" destOrd="0" presId="urn:microsoft.com/office/officeart/2005/8/layout/hList1"/>
    <dgm:cxn modelId="{ABE430F2-94B5-4CB3-B94C-A0000C719B27}" srcId="{BD583E73-7223-42A2-92F0-665A787F6449}" destId="{95D5643A-7C73-4E06-85FC-A34356E4BC81}" srcOrd="1" destOrd="0" parTransId="{77DCDC67-F4E7-4151-AF77-B94E3D6806B7}" sibTransId="{1656C2FF-B649-4D44-871B-E9BBA1596A97}"/>
    <dgm:cxn modelId="{8897AE07-B06F-406E-93B2-7F299CDBBD3E}" type="presParOf" srcId="{3C7F8250-BC79-4155-85CE-C93F56A2900D}" destId="{7D6010EF-A70C-47B8-8E45-0C9D10FBFCE2}" srcOrd="0" destOrd="0" presId="urn:microsoft.com/office/officeart/2005/8/layout/hList1"/>
    <dgm:cxn modelId="{1DC37390-6B69-47B9-801D-17BCBF97CE76}" type="presParOf" srcId="{7D6010EF-A70C-47B8-8E45-0C9D10FBFCE2}" destId="{607731BC-3D71-4ACC-837B-0A5A9766329E}" srcOrd="0" destOrd="0" presId="urn:microsoft.com/office/officeart/2005/8/layout/hList1"/>
    <dgm:cxn modelId="{6BDAF735-F213-47A3-95C3-A38A9940373F}" type="presParOf" srcId="{7D6010EF-A70C-47B8-8E45-0C9D10FBFCE2}" destId="{9996B268-0F61-4AED-B3BE-B8E5678D1A97}" srcOrd="1" destOrd="0" presId="urn:microsoft.com/office/officeart/2005/8/layout/hList1"/>
    <dgm:cxn modelId="{3ABF3A81-27B8-4C1E-AF9C-B66F427FBDAD}" type="presParOf" srcId="{3C7F8250-BC79-4155-85CE-C93F56A2900D}" destId="{9E3CC405-2D1A-4E42-B6BE-957500231424}" srcOrd="1" destOrd="0" presId="urn:microsoft.com/office/officeart/2005/8/layout/hList1"/>
    <dgm:cxn modelId="{D33E17AC-FD47-4723-80BB-746E07D9C1B1}" type="presParOf" srcId="{3C7F8250-BC79-4155-85CE-C93F56A2900D}" destId="{BB00D670-876D-411B-BDAD-0CD56D03B8AA}" srcOrd="2" destOrd="0" presId="urn:microsoft.com/office/officeart/2005/8/layout/hList1"/>
    <dgm:cxn modelId="{CB348152-CC14-4F91-AEFB-555CF9DD7260}" type="presParOf" srcId="{BB00D670-876D-411B-BDAD-0CD56D03B8AA}" destId="{6BF57199-63BF-4665-99C8-EF36A075DBFA}" srcOrd="0" destOrd="0" presId="urn:microsoft.com/office/officeart/2005/8/layout/hList1"/>
    <dgm:cxn modelId="{5D7D072D-4E6F-4C36-BB50-FEDFA49A6C36}" type="presParOf" srcId="{BB00D670-876D-411B-BDAD-0CD56D03B8AA}" destId="{78B02FAD-9121-4522-940F-80CD304D49E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B0458D-4989-41AB-86FC-0D08CFD13A8C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ES"/>
        </a:p>
      </dgm:t>
    </dgm:pt>
    <dgm:pt modelId="{941E52D1-2B88-43C0-A012-C6D4C79375E0}">
      <dgm:prSet phldrT="[Text]"/>
      <dgm:spPr/>
      <dgm:t>
        <a:bodyPr/>
        <a:lstStyle/>
        <a:p>
          <a:r>
            <a:rPr lang="es-ES_tradnl" dirty="0" err="1"/>
            <a:t>Problem</a:t>
          </a:r>
          <a:endParaRPr lang="en-ES" dirty="0"/>
        </a:p>
      </dgm:t>
    </dgm:pt>
    <dgm:pt modelId="{BA6A4792-FCFE-4F71-A414-125261B53F2F}" type="parTrans" cxnId="{14C5E13A-D0CF-4F1A-BE32-DBF22A0D33B5}">
      <dgm:prSet/>
      <dgm:spPr/>
      <dgm:t>
        <a:bodyPr/>
        <a:lstStyle/>
        <a:p>
          <a:endParaRPr lang="en-ES"/>
        </a:p>
      </dgm:t>
    </dgm:pt>
    <dgm:pt modelId="{86191A4B-3017-40A9-8297-599ACFC7874B}" type="sibTrans" cxnId="{14C5E13A-D0CF-4F1A-BE32-DBF22A0D33B5}">
      <dgm:prSet/>
      <dgm:spPr/>
      <dgm:t>
        <a:bodyPr/>
        <a:lstStyle/>
        <a:p>
          <a:endParaRPr lang="en-ES"/>
        </a:p>
      </dgm:t>
    </dgm:pt>
    <dgm:pt modelId="{CF5B6022-5412-401A-A9F2-34196D60AC68}">
      <dgm:prSet phldrT="[Text]"/>
      <dgm:spPr/>
      <dgm:t>
        <a:bodyPr/>
        <a:lstStyle/>
        <a:p>
          <a:r>
            <a:rPr lang="es-ES_tradnl" dirty="0" err="1"/>
            <a:t>Task</a:t>
          </a:r>
          <a:r>
            <a:rPr lang="es-ES_tradnl" dirty="0"/>
            <a:t> 1</a:t>
          </a:r>
          <a:endParaRPr lang="en-ES" dirty="0"/>
        </a:p>
      </dgm:t>
    </dgm:pt>
    <dgm:pt modelId="{E788789B-3F35-43B8-AF84-7CFA3CC1E9BD}" type="parTrans" cxnId="{8F94DABD-16AA-4024-AB9E-77DFC27E8272}">
      <dgm:prSet/>
      <dgm:spPr/>
      <dgm:t>
        <a:bodyPr/>
        <a:lstStyle/>
        <a:p>
          <a:endParaRPr lang="en-ES"/>
        </a:p>
      </dgm:t>
    </dgm:pt>
    <dgm:pt modelId="{5DCB27B7-2334-4BFC-A1C7-F19700CEAC75}" type="sibTrans" cxnId="{8F94DABD-16AA-4024-AB9E-77DFC27E8272}">
      <dgm:prSet/>
      <dgm:spPr/>
      <dgm:t>
        <a:bodyPr/>
        <a:lstStyle/>
        <a:p>
          <a:endParaRPr lang="en-ES"/>
        </a:p>
      </dgm:t>
    </dgm:pt>
    <dgm:pt modelId="{F376BFA6-AE06-451C-A4E8-CD92A55855A5}">
      <dgm:prSet phldrT="[Text]"/>
      <dgm:spPr/>
      <dgm:t>
        <a:bodyPr/>
        <a:lstStyle/>
        <a:p>
          <a:r>
            <a:rPr lang="es-ES_tradnl" dirty="0" err="1"/>
            <a:t>Task</a:t>
          </a:r>
          <a:r>
            <a:rPr lang="es-ES_tradnl" dirty="0"/>
            <a:t> 2</a:t>
          </a:r>
          <a:endParaRPr lang="en-ES" dirty="0"/>
        </a:p>
      </dgm:t>
    </dgm:pt>
    <dgm:pt modelId="{93973A4C-F49A-49C8-A176-7D2474653634}" type="parTrans" cxnId="{50450FF8-91D7-4815-9454-A7CE720C2361}">
      <dgm:prSet/>
      <dgm:spPr/>
      <dgm:t>
        <a:bodyPr/>
        <a:lstStyle/>
        <a:p>
          <a:endParaRPr lang="en-ES"/>
        </a:p>
      </dgm:t>
    </dgm:pt>
    <dgm:pt modelId="{83838A83-F792-4071-B411-06F39A877D3F}" type="sibTrans" cxnId="{50450FF8-91D7-4815-9454-A7CE720C2361}">
      <dgm:prSet/>
      <dgm:spPr/>
      <dgm:t>
        <a:bodyPr/>
        <a:lstStyle/>
        <a:p>
          <a:endParaRPr lang="en-ES"/>
        </a:p>
      </dgm:t>
    </dgm:pt>
    <dgm:pt modelId="{5F43414B-762F-47C6-B23A-7D390A59CCA9}">
      <dgm:prSet phldrT="[Text]"/>
      <dgm:spPr/>
      <dgm:t>
        <a:bodyPr/>
        <a:lstStyle/>
        <a:p>
          <a:r>
            <a:rPr lang="es-ES_tradnl" dirty="0" err="1"/>
            <a:t>Task</a:t>
          </a:r>
          <a:r>
            <a:rPr lang="es-ES_tradnl" dirty="0"/>
            <a:t> 3</a:t>
          </a:r>
          <a:endParaRPr lang="en-ES" dirty="0"/>
        </a:p>
      </dgm:t>
    </dgm:pt>
    <dgm:pt modelId="{1A1B2BD1-F2AE-462B-AD6C-22365AE4D805}" type="parTrans" cxnId="{5AEC7312-64CF-40BC-B6AF-D3EBCAE0D1B3}">
      <dgm:prSet/>
      <dgm:spPr/>
      <dgm:t>
        <a:bodyPr/>
        <a:lstStyle/>
        <a:p>
          <a:endParaRPr lang="en-ES"/>
        </a:p>
      </dgm:t>
    </dgm:pt>
    <dgm:pt modelId="{72E31CD2-A415-4E94-8580-28E2975C81D0}" type="sibTrans" cxnId="{5AEC7312-64CF-40BC-B6AF-D3EBCAE0D1B3}">
      <dgm:prSet/>
      <dgm:spPr/>
      <dgm:t>
        <a:bodyPr/>
        <a:lstStyle/>
        <a:p>
          <a:endParaRPr lang="en-ES"/>
        </a:p>
      </dgm:t>
    </dgm:pt>
    <dgm:pt modelId="{BD653D06-BC26-41BF-A6C8-F3C53F017441}">
      <dgm:prSet phldrT="[Text]"/>
      <dgm:spPr/>
      <dgm:t>
        <a:bodyPr/>
        <a:lstStyle/>
        <a:p>
          <a:r>
            <a:rPr lang="es-ES_tradnl" dirty="0"/>
            <a:t>Processor_1</a:t>
          </a:r>
          <a:endParaRPr lang="en-ES" dirty="0"/>
        </a:p>
      </dgm:t>
    </dgm:pt>
    <dgm:pt modelId="{2AB2EA76-7A6D-42E7-AD08-C6EBB7A7C020}" type="parTrans" cxnId="{04B0CFA7-F871-436A-B602-09EB83429653}">
      <dgm:prSet/>
      <dgm:spPr/>
      <dgm:t>
        <a:bodyPr/>
        <a:lstStyle/>
        <a:p>
          <a:endParaRPr lang="en-ES"/>
        </a:p>
      </dgm:t>
    </dgm:pt>
    <dgm:pt modelId="{62FB72F9-0DED-4E34-AFE5-6454018B7202}" type="sibTrans" cxnId="{04B0CFA7-F871-436A-B602-09EB83429653}">
      <dgm:prSet/>
      <dgm:spPr/>
      <dgm:t>
        <a:bodyPr/>
        <a:lstStyle/>
        <a:p>
          <a:endParaRPr lang="en-ES"/>
        </a:p>
      </dgm:t>
    </dgm:pt>
    <dgm:pt modelId="{B13AB12F-75BB-42A8-8FAA-AAA1400C1CBD}">
      <dgm:prSet phldrT="[Text]"/>
      <dgm:spPr/>
      <dgm:t>
        <a:bodyPr/>
        <a:lstStyle/>
        <a:p>
          <a:r>
            <a:rPr lang="es-ES_tradnl" dirty="0"/>
            <a:t>Processor_2</a:t>
          </a:r>
          <a:endParaRPr lang="en-ES" dirty="0"/>
        </a:p>
      </dgm:t>
    </dgm:pt>
    <dgm:pt modelId="{3A6905AB-06B5-40C4-87B8-B5DAD91A3E9C}" type="parTrans" cxnId="{45337EEB-17B8-4BAA-AC2B-7C5710657D31}">
      <dgm:prSet/>
      <dgm:spPr/>
      <dgm:t>
        <a:bodyPr/>
        <a:lstStyle/>
        <a:p>
          <a:endParaRPr lang="en-ES"/>
        </a:p>
      </dgm:t>
    </dgm:pt>
    <dgm:pt modelId="{93E589A5-936B-4DB8-9A99-381E545BDE44}" type="sibTrans" cxnId="{45337EEB-17B8-4BAA-AC2B-7C5710657D31}">
      <dgm:prSet/>
      <dgm:spPr/>
      <dgm:t>
        <a:bodyPr/>
        <a:lstStyle/>
        <a:p>
          <a:endParaRPr lang="en-ES"/>
        </a:p>
      </dgm:t>
    </dgm:pt>
    <dgm:pt modelId="{C13A7B87-6622-40F1-8B47-DEFF09D60BEE}">
      <dgm:prSet phldrT="[Text]"/>
      <dgm:spPr/>
      <dgm:t>
        <a:bodyPr/>
        <a:lstStyle/>
        <a:p>
          <a:r>
            <a:rPr lang="es-ES_tradnl" dirty="0"/>
            <a:t>Processor_3</a:t>
          </a:r>
          <a:endParaRPr lang="en-ES" dirty="0"/>
        </a:p>
      </dgm:t>
    </dgm:pt>
    <dgm:pt modelId="{DCB67ECB-43D5-4D9B-8DC0-9137B213DDFC}" type="parTrans" cxnId="{E970C88C-4EE8-4EA7-B735-90940221460F}">
      <dgm:prSet/>
      <dgm:spPr/>
      <dgm:t>
        <a:bodyPr/>
        <a:lstStyle/>
        <a:p>
          <a:endParaRPr lang="en-ES"/>
        </a:p>
      </dgm:t>
    </dgm:pt>
    <dgm:pt modelId="{9D1A42E0-96F9-4288-A1BE-3AD72F5D1B69}" type="sibTrans" cxnId="{E970C88C-4EE8-4EA7-B735-90940221460F}">
      <dgm:prSet/>
      <dgm:spPr/>
      <dgm:t>
        <a:bodyPr/>
        <a:lstStyle/>
        <a:p>
          <a:endParaRPr lang="en-ES"/>
        </a:p>
      </dgm:t>
    </dgm:pt>
    <dgm:pt modelId="{86412C0D-B052-4E1A-86D0-6C1F0C293F2F}" type="pres">
      <dgm:prSet presAssocID="{D1B0458D-4989-41AB-86FC-0D08CFD13A8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FA05A33-53D3-402F-93F8-E7EDB4873B83}" type="pres">
      <dgm:prSet presAssocID="{941E52D1-2B88-43C0-A012-C6D4C79375E0}" presName="root1" presStyleCnt="0"/>
      <dgm:spPr/>
    </dgm:pt>
    <dgm:pt modelId="{FE1D913E-CD2B-44D2-8710-2D63B07E12F0}" type="pres">
      <dgm:prSet presAssocID="{941E52D1-2B88-43C0-A012-C6D4C79375E0}" presName="LevelOneTextNode" presStyleLbl="node0" presStyleIdx="0" presStyleCnt="1">
        <dgm:presLayoutVars>
          <dgm:chPref val="3"/>
        </dgm:presLayoutVars>
      </dgm:prSet>
      <dgm:spPr/>
    </dgm:pt>
    <dgm:pt modelId="{E0B85316-DE89-4158-A3BF-7FF2C7427D17}" type="pres">
      <dgm:prSet presAssocID="{941E52D1-2B88-43C0-A012-C6D4C79375E0}" presName="level2hierChild" presStyleCnt="0"/>
      <dgm:spPr/>
    </dgm:pt>
    <dgm:pt modelId="{F8B5287F-4DC7-4127-BBDC-DF6C2677E647}" type="pres">
      <dgm:prSet presAssocID="{E788789B-3F35-43B8-AF84-7CFA3CC1E9BD}" presName="conn2-1" presStyleLbl="parChTrans1D2" presStyleIdx="0" presStyleCnt="3"/>
      <dgm:spPr/>
    </dgm:pt>
    <dgm:pt modelId="{879F8C51-7002-4E82-8049-B8A9F2AC279C}" type="pres">
      <dgm:prSet presAssocID="{E788789B-3F35-43B8-AF84-7CFA3CC1E9BD}" presName="connTx" presStyleLbl="parChTrans1D2" presStyleIdx="0" presStyleCnt="3"/>
      <dgm:spPr/>
    </dgm:pt>
    <dgm:pt modelId="{260FA6CA-1AF0-4ADB-ABAF-D75BABD94C3F}" type="pres">
      <dgm:prSet presAssocID="{CF5B6022-5412-401A-A9F2-34196D60AC68}" presName="root2" presStyleCnt="0"/>
      <dgm:spPr/>
    </dgm:pt>
    <dgm:pt modelId="{EF993D93-84F4-48A4-B6AB-1962EA2629D9}" type="pres">
      <dgm:prSet presAssocID="{CF5B6022-5412-401A-A9F2-34196D60AC68}" presName="LevelTwoTextNode" presStyleLbl="node2" presStyleIdx="0" presStyleCnt="3">
        <dgm:presLayoutVars>
          <dgm:chPref val="3"/>
        </dgm:presLayoutVars>
      </dgm:prSet>
      <dgm:spPr/>
    </dgm:pt>
    <dgm:pt modelId="{0B49493B-C93A-4DF6-9D3F-FE974B7F9BC2}" type="pres">
      <dgm:prSet presAssocID="{CF5B6022-5412-401A-A9F2-34196D60AC68}" presName="level3hierChild" presStyleCnt="0"/>
      <dgm:spPr/>
    </dgm:pt>
    <dgm:pt modelId="{A55FCAF0-8357-4BE0-B573-E044FFEDCF0F}" type="pres">
      <dgm:prSet presAssocID="{2AB2EA76-7A6D-42E7-AD08-C6EBB7A7C020}" presName="conn2-1" presStyleLbl="parChTrans1D3" presStyleIdx="0" presStyleCnt="3"/>
      <dgm:spPr/>
    </dgm:pt>
    <dgm:pt modelId="{C213457D-74B7-4E76-9D90-3EA690CE9F58}" type="pres">
      <dgm:prSet presAssocID="{2AB2EA76-7A6D-42E7-AD08-C6EBB7A7C020}" presName="connTx" presStyleLbl="parChTrans1D3" presStyleIdx="0" presStyleCnt="3"/>
      <dgm:spPr/>
    </dgm:pt>
    <dgm:pt modelId="{D4FD522C-C862-4181-9C17-5986E1336099}" type="pres">
      <dgm:prSet presAssocID="{BD653D06-BC26-41BF-A6C8-F3C53F017441}" presName="root2" presStyleCnt="0"/>
      <dgm:spPr/>
    </dgm:pt>
    <dgm:pt modelId="{1B8BA2A5-CD56-4C3A-9D40-D1BD00B8AFA0}" type="pres">
      <dgm:prSet presAssocID="{BD653D06-BC26-41BF-A6C8-F3C53F017441}" presName="LevelTwoTextNode" presStyleLbl="node3" presStyleIdx="0" presStyleCnt="3">
        <dgm:presLayoutVars>
          <dgm:chPref val="3"/>
        </dgm:presLayoutVars>
      </dgm:prSet>
      <dgm:spPr/>
    </dgm:pt>
    <dgm:pt modelId="{E6FFC53A-A143-4C65-BCCF-0F21A1317909}" type="pres">
      <dgm:prSet presAssocID="{BD653D06-BC26-41BF-A6C8-F3C53F017441}" presName="level3hierChild" presStyleCnt="0"/>
      <dgm:spPr/>
    </dgm:pt>
    <dgm:pt modelId="{5A698587-89AD-4EFD-83C3-0DA0F190687F}" type="pres">
      <dgm:prSet presAssocID="{93973A4C-F49A-49C8-A176-7D2474653634}" presName="conn2-1" presStyleLbl="parChTrans1D2" presStyleIdx="1" presStyleCnt="3"/>
      <dgm:spPr/>
    </dgm:pt>
    <dgm:pt modelId="{6190BBFE-45B4-4300-9D0C-C8B0F5116C3B}" type="pres">
      <dgm:prSet presAssocID="{93973A4C-F49A-49C8-A176-7D2474653634}" presName="connTx" presStyleLbl="parChTrans1D2" presStyleIdx="1" presStyleCnt="3"/>
      <dgm:spPr/>
    </dgm:pt>
    <dgm:pt modelId="{87DB4F35-283F-47D2-888F-F1CB72857CAB}" type="pres">
      <dgm:prSet presAssocID="{F376BFA6-AE06-451C-A4E8-CD92A55855A5}" presName="root2" presStyleCnt="0"/>
      <dgm:spPr/>
    </dgm:pt>
    <dgm:pt modelId="{3AEB2078-7A89-4C45-954B-07459DCBC470}" type="pres">
      <dgm:prSet presAssocID="{F376BFA6-AE06-451C-A4E8-CD92A55855A5}" presName="LevelTwoTextNode" presStyleLbl="node2" presStyleIdx="1" presStyleCnt="3">
        <dgm:presLayoutVars>
          <dgm:chPref val="3"/>
        </dgm:presLayoutVars>
      </dgm:prSet>
      <dgm:spPr/>
    </dgm:pt>
    <dgm:pt modelId="{A0B6B088-323A-4D54-AE1A-0B26B1974F2B}" type="pres">
      <dgm:prSet presAssocID="{F376BFA6-AE06-451C-A4E8-CD92A55855A5}" presName="level3hierChild" presStyleCnt="0"/>
      <dgm:spPr/>
    </dgm:pt>
    <dgm:pt modelId="{FBFCF501-5DAD-42B2-82FA-D096146EC8AF}" type="pres">
      <dgm:prSet presAssocID="{3A6905AB-06B5-40C4-87B8-B5DAD91A3E9C}" presName="conn2-1" presStyleLbl="parChTrans1D3" presStyleIdx="1" presStyleCnt="3"/>
      <dgm:spPr/>
    </dgm:pt>
    <dgm:pt modelId="{64458EB6-75E2-4A3A-BF57-8A8A852B16AB}" type="pres">
      <dgm:prSet presAssocID="{3A6905AB-06B5-40C4-87B8-B5DAD91A3E9C}" presName="connTx" presStyleLbl="parChTrans1D3" presStyleIdx="1" presStyleCnt="3"/>
      <dgm:spPr/>
    </dgm:pt>
    <dgm:pt modelId="{E9AE3438-1BB0-4FF3-B536-2E1C189EC7B9}" type="pres">
      <dgm:prSet presAssocID="{B13AB12F-75BB-42A8-8FAA-AAA1400C1CBD}" presName="root2" presStyleCnt="0"/>
      <dgm:spPr/>
    </dgm:pt>
    <dgm:pt modelId="{1C450DFF-DAEE-46AC-9E2B-13E174B0A720}" type="pres">
      <dgm:prSet presAssocID="{B13AB12F-75BB-42A8-8FAA-AAA1400C1CBD}" presName="LevelTwoTextNode" presStyleLbl="node3" presStyleIdx="1" presStyleCnt="3">
        <dgm:presLayoutVars>
          <dgm:chPref val="3"/>
        </dgm:presLayoutVars>
      </dgm:prSet>
      <dgm:spPr/>
    </dgm:pt>
    <dgm:pt modelId="{85AA32A1-0B65-4E7F-9974-EE5FE94EE749}" type="pres">
      <dgm:prSet presAssocID="{B13AB12F-75BB-42A8-8FAA-AAA1400C1CBD}" presName="level3hierChild" presStyleCnt="0"/>
      <dgm:spPr/>
    </dgm:pt>
    <dgm:pt modelId="{DA74944F-6F82-4654-9BD2-3D4DF33C8034}" type="pres">
      <dgm:prSet presAssocID="{1A1B2BD1-F2AE-462B-AD6C-22365AE4D805}" presName="conn2-1" presStyleLbl="parChTrans1D2" presStyleIdx="2" presStyleCnt="3"/>
      <dgm:spPr/>
    </dgm:pt>
    <dgm:pt modelId="{02B80AB8-5AB5-4198-AE29-4136C80B5857}" type="pres">
      <dgm:prSet presAssocID="{1A1B2BD1-F2AE-462B-AD6C-22365AE4D805}" presName="connTx" presStyleLbl="parChTrans1D2" presStyleIdx="2" presStyleCnt="3"/>
      <dgm:spPr/>
    </dgm:pt>
    <dgm:pt modelId="{0464A64B-43C1-476A-9987-4B4EBC027F2A}" type="pres">
      <dgm:prSet presAssocID="{5F43414B-762F-47C6-B23A-7D390A59CCA9}" presName="root2" presStyleCnt="0"/>
      <dgm:spPr/>
    </dgm:pt>
    <dgm:pt modelId="{9B54CA3E-7099-44A7-AC49-5579F9EC9CF9}" type="pres">
      <dgm:prSet presAssocID="{5F43414B-762F-47C6-B23A-7D390A59CCA9}" presName="LevelTwoTextNode" presStyleLbl="node2" presStyleIdx="2" presStyleCnt="3">
        <dgm:presLayoutVars>
          <dgm:chPref val="3"/>
        </dgm:presLayoutVars>
      </dgm:prSet>
      <dgm:spPr/>
    </dgm:pt>
    <dgm:pt modelId="{85F933C6-8550-48A8-BCE8-08294C5B8917}" type="pres">
      <dgm:prSet presAssocID="{5F43414B-762F-47C6-B23A-7D390A59CCA9}" presName="level3hierChild" presStyleCnt="0"/>
      <dgm:spPr/>
    </dgm:pt>
    <dgm:pt modelId="{3437D73E-1DC3-40A0-AC55-0977F96788E2}" type="pres">
      <dgm:prSet presAssocID="{DCB67ECB-43D5-4D9B-8DC0-9137B213DDFC}" presName="conn2-1" presStyleLbl="parChTrans1D3" presStyleIdx="2" presStyleCnt="3"/>
      <dgm:spPr/>
    </dgm:pt>
    <dgm:pt modelId="{D836771A-3886-438E-A002-44E806658427}" type="pres">
      <dgm:prSet presAssocID="{DCB67ECB-43D5-4D9B-8DC0-9137B213DDFC}" presName="connTx" presStyleLbl="parChTrans1D3" presStyleIdx="2" presStyleCnt="3"/>
      <dgm:spPr/>
    </dgm:pt>
    <dgm:pt modelId="{2B0BDEE2-DEDA-46D7-A6E7-89936AFA36FF}" type="pres">
      <dgm:prSet presAssocID="{C13A7B87-6622-40F1-8B47-DEFF09D60BEE}" presName="root2" presStyleCnt="0"/>
      <dgm:spPr/>
    </dgm:pt>
    <dgm:pt modelId="{96B8881E-27C3-4FAC-9E46-45056F5F3DFD}" type="pres">
      <dgm:prSet presAssocID="{C13A7B87-6622-40F1-8B47-DEFF09D60BEE}" presName="LevelTwoTextNode" presStyleLbl="node3" presStyleIdx="2" presStyleCnt="3">
        <dgm:presLayoutVars>
          <dgm:chPref val="3"/>
        </dgm:presLayoutVars>
      </dgm:prSet>
      <dgm:spPr/>
    </dgm:pt>
    <dgm:pt modelId="{C1EE2FC1-24DC-4A5D-B4E1-9B5FE4DE2E48}" type="pres">
      <dgm:prSet presAssocID="{C13A7B87-6622-40F1-8B47-DEFF09D60BEE}" presName="level3hierChild" presStyleCnt="0"/>
      <dgm:spPr/>
    </dgm:pt>
  </dgm:ptLst>
  <dgm:cxnLst>
    <dgm:cxn modelId="{5AEC7312-64CF-40BC-B6AF-D3EBCAE0D1B3}" srcId="{941E52D1-2B88-43C0-A012-C6D4C79375E0}" destId="{5F43414B-762F-47C6-B23A-7D390A59CCA9}" srcOrd="2" destOrd="0" parTransId="{1A1B2BD1-F2AE-462B-AD6C-22365AE4D805}" sibTransId="{72E31CD2-A415-4E94-8580-28E2975C81D0}"/>
    <dgm:cxn modelId="{37BC9912-8536-424C-A0DD-99489D61EB1A}" type="presOf" srcId="{DCB67ECB-43D5-4D9B-8DC0-9137B213DDFC}" destId="{D836771A-3886-438E-A002-44E806658427}" srcOrd="1" destOrd="0" presId="urn:microsoft.com/office/officeart/2005/8/layout/hierarchy2"/>
    <dgm:cxn modelId="{7DBC651D-910D-41FD-BD49-5CF5194EA077}" type="presOf" srcId="{2AB2EA76-7A6D-42E7-AD08-C6EBB7A7C020}" destId="{A55FCAF0-8357-4BE0-B573-E044FFEDCF0F}" srcOrd="0" destOrd="0" presId="urn:microsoft.com/office/officeart/2005/8/layout/hierarchy2"/>
    <dgm:cxn modelId="{1EF43A1F-308A-418E-86AC-159B273D2561}" type="presOf" srcId="{E788789B-3F35-43B8-AF84-7CFA3CC1E9BD}" destId="{F8B5287F-4DC7-4127-BBDC-DF6C2677E647}" srcOrd="0" destOrd="0" presId="urn:microsoft.com/office/officeart/2005/8/layout/hierarchy2"/>
    <dgm:cxn modelId="{6614C328-D45D-4B67-ABEE-D3AE055F3A8E}" type="presOf" srcId="{DCB67ECB-43D5-4D9B-8DC0-9137B213DDFC}" destId="{3437D73E-1DC3-40A0-AC55-0977F96788E2}" srcOrd="0" destOrd="0" presId="urn:microsoft.com/office/officeart/2005/8/layout/hierarchy2"/>
    <dgm:cxn modelId="{914FF32D-A5E0-4624-997F-54D63BBAFAF4}" type="presOf" srcId="{3A6905AB-06B5-40C4-87B8-B5DAD91A3E9C}" destId="{64458EB6-75E2-4A3A-BF57-8A8A852B16AB}" srcOrd="1" destOrd="0" presId="urn:microsoft.com/office/officeart/2005/8/layout/hierarchy2"/>
    <dgm:cxn modelId="{14C5E13A-D0CF-4F1A-BE32-DBF22A0D33B5}" srcId="{D1B0458D-4989-41AB-86FC-0D08CFD13A8C}" destId="{941E52D1-2B88-43C0-A012-C6D4C79375E0}" srcOrd="0" destOrd="0" parTransId="{BA6A4792-FCFE-4F71-A414-125261B53F2F}" sibTransId="{86191A4B-3017-40A9-8297-599ACFC7874B}"/>
    <dgm:cxn modelId="{51F2B73D-D87C-470E-B88C-ED6EE5F00564}" type="presOf" srcId="{B13AB12F-75BB-42A8-8FAA-AAA1400C1CBD}" destId="{1C450DFF-DAEE-46AC-9E2B-13E174B0A720}" srcOrd="0" destOrd="0" presId="urn:microsoft.com/office/officeart/2005/8/layout/hierarchy2"/>
    <dgm:cxn modelId="{4EFF146D-5224-49E0-B820-FC62C1327E7A}" type="presOf" srcId="{C13A7B87-6622-40F1-8B47-DEFF09D60BEE}" destId="{96B8881E-27C3-4FAC-9E46-45056F5F3DFD}" srcOrd="0" destOrd="0" presId="urn:microsoft.com/office/officeart/2005/8/layout/hierarchy2"/>
    <dgm:cxn modelId="{BDB73750-08F4-4EBE-B983-68024EBE4ABC}" type="presOf" srcId="{5F43414B-762F-47C6-B23A-7D390A59CCA9}" destId="{9B54CA3E-7099-44A7-AC49-5579F9EC9CF9}" srcOrd="0" destOrd="0" presId="urn:microsoft.com/office/officeart/2005/8/layout/hierarchy2"/>
    <dgm:cxn modelId="{8C39F47B-9429-40A9-BEC8-BBAC72E28A24}" type="presOf" srcId="{F376BFA6-AE06-451C-A4E8-CD92A55855A5}" destId="{3AEB2078-7A89-4C45-954B-07459DCBC470}" srcOrd="0" destOrd="0" presId="urn:microsoft.com/office/officeart/2005/8/layout/hierarchy2"/>
    <dgm:cxn modelId="{CECE5F7F-00C4-4AA0-A4BC-4875661A3C87}" type="presOf" srcId="{941E52D1-2B88-43C0-A012-C6D4C79375E0}" destId="{FE1D913E-CD2B-44D2-8710-2D63B07E12F0}" srcOrd="0" destOrd="0" presId="urn:microsoft.com/office/officeart/2005/8/layout/hierarchy2"/>
    <dgm:cxn modelId="{6A032F89-4247-4A29-A7C1-0308A5C87514}" type="presOf" srcId="{93973A4C-F49A-49C8-A176-7D2474653634}" destId="{5A698587-89AD-4EFD-83C3-0DA0F190687F}" srcOrd="0" destOrd="0" presId="urn:microsoft.com/office/officeart/2005/8/layout/hierarchy2"/>
    <dgm:cxn modelId="{E970C88C-4EE8-4EA7-B735-90940221460F}" srcId="{5F43414B-762F-47C6-B23A-7D390A59CCA9}" destId="{C13A7B87-6622-40F1-8B47-DEFF09D60BEE}" srcOrd="0" destOrd="0" parTransId="{DCB67ECB-43D5-4D9B-8DC0-9137B213DDFC}" sibTransId="{9D1A42E0-96F9-4288-A1BE-3AD72F5D1B69}"/>
    <dgm:cxn modelId="{B436BBA0-F79D-48EA-8803-BBD4BFCF7BDB}" type="presOf" srcId="{E788789B-3F35-43B8-AF84-7CFA3CC1E9BD}" destId="{879F8C51-7002-4E82-8049-B8A9F2AC279C}" srcOrd="1" destOrd="0" presId="urn:microsoft.com/office/officeart/2005/8/layout/hierarchy2"/>
    <dgm:cxn modelId="{DB380AA4-C873-4146-BB22-A453C5E1D87A}" type="presOf" srcId="{D1B0458D-4989-41AB-86FC-0D08CFD13A8C}" destId="{86412C0D-B052-4E1A-86D0-6C1F0C293F2F}" srcOrd="0" destOrd="0" presId="urn:microsoft.com/office/officeart/2005/8/layout/hierarchy2"/>
    <dgm:cxn modelId="{BFCFBAA6-C79A-4948-9471-9889D6D36E1B}" type="presOf" srcId="{93973A4C-F49A-49C8-A176-7D2474653634}" destId="{6190BBFE-45B4-4300-9D0C-C8B0F5116C3B}" srcOrd="1" destOrd="0" presId="urn:microsoft.com/office/officeart/2005/8/layout/hierarchy2"/>
    <dgm:cxn modelId="{04B0CFA7-F871-436A-B602-09EB83429653}" srcId="{CF5B6022-5412-401A-A9F2-34196D60AC68}" destId="{BD653D06-BC26-41BF-A6C8-F3C53F017441}" srcOrd="0" destOrd="0" parTransId="{2AB2EA76-7A6D-42E7-AD08-C6EBB7A7C020}" sibTransId="{62FB72F9-0DED-4E34-AFE5-6454018B7202}"/>
    <dgm:cxn modelId="{5EB213B4-DBF1-4C63-8E0F-CBFEB3ED7420}" type="presOf" srcId="{1A1B2BD1-F2AE-462B-AD6C-22365AE4D805}" destId="{02B80AB8-5AB5-4198-AE29-4136C80B5857}" srcOrd="1" destOrd="0" presId="urn:microsoft.com/office/officeart/2005/8/layout/hierarchy2"/>
    <dgm:cxn modelId="{8F94DABD-16AA-4024-AB9E-77DFC27E8272}" srcId="{941E52D1-2B88-43C0-A012-C6D4C79375E0}" destId="{CF5B6022-5412-401A-A9F2-34196D60AC68}" srcOrd="0" destOrd="0" parTransId="{E788789B-3F35-43B8-AF84-7CFA3CC1E9BD}" sibTransId="{5DCB27B7-2334-4BFC-A1C7-F19700CEAC75}"/>
    <dgm:cxn modelId="{7F4DDDC5-FF76-4981-8AC0-D9622ACC0310}" type="presOf" srcId="{1A1B2BD1-F2AE-462B-AD6C-22365AE4D805}" destId="{DA74944F-6F82-4654-9BD2-3D4DF33C8034}" srcOrd="0" destOrd="0" presId="urn:microsoft.com/office/officeart/2005/8/layout/hierarchy2"/>
    <dgm:cxn modelId="{05FD15DA-3A0E-4F2E-9697-0A2E637310C5}" type="presOf" srcId="{BD653D06-BC26-41BF-A6C8-F3C53F017441}" destId="{1B8BA2A5-CD56-4C3A-9D40-D1BD00B8AFA0}" srcOrd="0" destOrd="0" presId="urn:microsoft.com/office/officeart/2005/8/layout/hierarchy2"/>
    <dgm:cxn modelId="{8BF3B5EA-BB70-4D61-B8A8-E358B9110C36}" type="presOf" srcId="{CF5B6022-5412-401A-A9F2-34196D60AC68}" destId="{EF993D93-84F4-48A4-B6AB-1962EA2629D9}" srcOrd="0" destOrd="0" presId="urn:microsoft.com/office/officeart/2005/8/layout/hierarchy2"/>
    <dgm:cxn modelId="{45337EEB-17B8-4BAA-AC2B-7C5710657D31}" srcId="{F376BFA6-AE06-451C-A4E8-CD92A55855A5}" destId="{B13AB12F-75BB-42A8-8FAA-AAA1400C1CBD}" srcOrd="0" destOrd="0" parTransId="{3A6905AB-06B5-40C4-87B8-B5DAD91A3E9C}" sibTransId="{93E589A5-936B-4DB8-9A99-381E545BDE44}"/>
    <dgm:cxn modelId="{3EF8B0F3-8FDE-4068-A810-E780446A9303}" type="presOf" srcId="{3A6905AB-06B5-40C4-87B8-B5DAD91A3E9C}" destId="{FBFCF501-5DAD-42B2-82FA-D096146EC8AF}" srcOrd="0" destOrd="0" presId="urn:microsoft.com/office/officeart/2005/8/layout/hierarchy2"/>
    <dgm:cxn modelId="{50450FF8-91D7-4815-9454-A7CE720C2361}" srcId="{941E52D1-2B88-43C0-A012-C6D4C79375E0}" destId="{F376BFA6-AE06-451C-A4E8-CD92A55855A5}" srcOrd="1" destOrd="0" parTransId="{93973A4C-F49A-49C8-A176-7D2474653634}" sibTransId="{83838A83-F792-4071-B411-06F39A877D3F}"/>
    <dgm:cxn modelId="{27AF49FB-EF60-446C-A4C8-422EBFDC8CBB}" type="presOf" srcId="{2AB2EA76-7A6D-42E7-AD08-C6EBB7A7C020}" destId="{C213457D-74B7-4E76-9D90-3EA690CE9F58}" srcOrd="1" destOrd="0" presId="urn:microsoft.com/office/officeart/2005/8/layout/hierarchy2"/>
    <dgm:cxn modelId="{579C4C8E-6FDD-4EC7-84D4-A24257A8AF7A}" type="presParOf" srcId="{86412C0D-B052-4E1A-86D0-6C1F0C293F2F}" destId="{2FA05A33-53D3-402F-93F8-E7EDB4873B83}" srcOrd="0" destOrd="0" presId="urn:microsoft.com/office/officeart/2005/8/layout/hierarchy2"/>
    <dgm:cxn modelId="{466E81F0-2438-4562-8D13-C12BE8ED899D}" type="presParOf" srcId="{2FA05A33-53D3-402F-93F8-E7EDB4873B83}" destId="{FE1D913E-CD2B-44D2-8710-2D63B07E12F0}" srcOrd="0" destOrd="0" presId="urn:microsoft.com/office/officeart/2005/8/layout/hierarchy2"/>
    <dgm:cxn modelId="{1D103C04-BF80-4E3E-B601-EEFD4014ABF6}" type="presParOf" srcId="{2FA05A33-53D3-402F-93F8-E7EDB4873B83}" destId="{E0B85316-DE89-4158-A3BF-7FF2C7427D17}" srcOrd="1" destOrd="0" presId="urn:microsoft.com/office/officeart/2005/8/layout/hierarchy2"/>
    <dgm:cxn modelId="{2C0AD91A-44AE-4645-8D99-881E00AE5B7F}" type="presParOf" srcId="{E0B85316-DE89-4158-A3BF-7FF2C7427D17}" destId="{F8B5287F-4DC7-4127-BBDC-DF6C2677E647}" srcOrd="0" destOrd="0" presId="urn:microsoft.com/office/officeart/2005/8/layout/hierarchy2"/>
    <dgm:cxn modelId="{6ABC00C8-D8FD-446A-89F8-6A6EF53B8DF2}" type="presParOf" srcId="{F8B5287F-4DC7-4127-BBDC-DF6C2677E647}" destId="{879F8C51-7002-4E82-8049-B8A9F2AC279C}" srcOrd="0" destOrd="0" presId="urn:microsoft.com/office/officeart/2005/8/layout/hierarchy2"/>
    <dgm:cxn modelId="{0F2F9462-2843-4875-9AE1-248162B9B7C5}" type="presParOf" srcId="{E0B85316-DE89-4158-A3BF-7FF2C7427D17}" destId="{260FA6CA-1AF0-4ADB-ABAF-D75BABD94C3F}" srcOrd="1" destOrd="0" presId="urn:microsoft.com/office/officeart/2005/8/layout/hierarchy2"/>
    <dgm:cxn modelId="{C325034C-79F4-41A6-A6CD-B3C8A369761D}" type="presParOf" srcId="{260FA6CA-1AF0-4ADB-ABAF-D75BABD94C3F}" destId="{EF993D93-84F4-48A4-B6AB-1962EA2629D9}" srcOrd="0" destOrd="0" presId="urn:microsoft.com/office/officeart/2005/8/layout/hierarchy2"/>
    <dgm:cxn modelId="{1F8F5660-FFDC-4EFD-BFA6-80353700AB71}" type="presParOf" srcId="{260FA6CA-1AF0-4ADB-ABAF-D75BABD94C3F}" destId="{0B49493B-C93A-4DF6-9D3F-FE974B7F9BC2}" srcOrd="1" destOrd="0" presId="urn:microsoft.com/office/officeart/2005/8/layout/hierarchy2"/>
    <dgm:cxn modelId="{3BA0F4E6-A7AB-422B-B608-7B4802D2F811}" type="presParOf" srcId="{0B49493B-C93A-4DF6-9D3F-FE974B7F9BC2}" destId="{A55FCAF0-8357-4BE0-B573-E044FFEDCF0F}" srcOrd="0" destOrd="0" presId="urn:microsoft.com/office/officeart/2005/8/layout/hierarchy2"/>
    <dgm:cxn modelId="{2E59DBC4-C071-4999-BE71-CB671F8E015C}" type="presParOf" srcId="{A55FCAF0-8357-4BE0-B573-E044FFEDCF0F}" destId="{C213457D-74B7-4E76-9D90-3EA690CE9F58}" srcOrd="0" destOrd="0" presId="urn:microsoft.com/office/officeart/2005/8/layout/hierarchy2"/>
    <dgm:cxn modelId="{BED6E009-3146-498C-B0E9-C19BD17F6CE9}" type="presParOf" srcId="{0B49493B-C93A-4DF6-9D3F-FE974B7F9BC2}" destId="{D4FD522C-C862-4181-9C17-5986E1336099}" srcOrd="1" destOrd="0" presId="urn:microsoft.com/office/officeart/2005/8/layout/hierarchy2"/>
    <dgm:cxn modelId="{D78109A4-343B-4037-8A8B-338CBAFE1112}" type="presParOf" srcId="{D4FD522C-C862-4181-9C17-5986E1336099}" destId="{1B8BA2A5-CD56-4C3A-9D40-D1BD00B8AFA0}" srcOrd="0" destOrd="0" presId="urn:microsoft.com/office/officeart/2005/8/layout/hierarchy2"/>
    <dgm:cxn modelId="{F1A4F506-C798-4A0C-934D-2FE7C2F9B4FA}" type="presParOf" srcId="{D4FD522C-C862-4181-9C17-5986E1336099}" destId="{E6FFC53A-A143-4C65-BCCF-0F21A1317909}" srcOrd="1" destOrd="0" presId="urn:microsoft.com/office/officeart/2005/8/layout/hierarchy2"/>
    <dgm:cxn modelId="{D6FC993E-4D51-41AE-9385-CC6A98DE7C46}" type="presParOf" srcId="{E0B85316-DE89-4158-A3BF-7FF2C7427D17}" destId="{5A698587-89AD-4EFD-83C3-0DA0F190687F}" srcOrd="2" destOrd="0" presId="urn:microsoft.com/office/officeart/2005/8/layout/hierarchy2"/>
    <dgm:cxn modelId="{A5DF86FE-754C-4113-A015-7234D686F901}" type="presParOf" srcId="{5A698587-89AD-4EFD-83C3-0DA0F190687F}" destId="{6190BBFE-45B4-4300-9D0C-C8B0F5116C3B}" srcOrd="0" destOrd="0" presId="urn:microsoft.com/office/officeart/2005/8/layout/hierarchy2"/>
    <dgm:cxn modelId="{5C331130-19EA-4D0D-A5D9-AA9BF5B4D8F9}" type="presParOf" srcId="{E0B85316-DE89-4158-A3BF-7FF2C7427D17}" destId="{87DB4F35-283F-47D2-888F-F1CB72857CAB}" srcOrd="3" destOrd="0" presId="urn:microsoft.com/office/officeart/2005/8/layout/hierarchy2"/>
    <dgm:cxn modelId="{1D906D9F-F86F-4205-8319-32D025F620E1}" type="presParOf" srcId="{87DB4F35-283F-47D2-888F-F1CB72857CAB}" destId="{3AEB2078-7A89-4C45-954B-07459DCBC470}" srcOrd="0" destOrd="0" presId="urn:microsoft.com/office/officeart/2005/8/layout/hierarchy2"/>
    <dgm:cxn modelId="{3AB10505-16A6-489C-9AC4-49955C416A3A}" type="presParOf" srcId="{87DB4F35-283F-47D2-888F-F1CB72857CAB}" destId="{A0B6B088-323A-4D54-AE1A-0B26B1974F2B}" srcOrd="1" destOrd="0" presId="urn:microsoft.com/office/officeart/2005/8/layout/hierarchy2"/>
    <dgm:cxn modelId="{0CDEA9E9-D208-4F9F-AE89-CA4377ABC6BA}" type="presParOf" srcId="{A0B6B088-323A-4D54-AE1A-0B26B1974F2B}" destId="{FBFCF501-5DAD-42B2-82FA-D096146EC8AF}" srcOrd="0" destOrd="0" presId="urn:microsoft.com/office/officeart/2005/8/layout/hierarchy2"/>
    <dgm:cxn modelId="{6282969E-92E1-4634-9E60-74A9D73C03B9}" type="presParOf" srcId="{FBFCF501-5DAD-42B2-82FA-D096146EC8AF}" destId="{64458EB6-75E2-4A3A-BF57-8A8A852B16AB}" srcOrd="0" destOrd="0" presId="urn:microsoft.com/office/officeart/2005/8/layout/hierarchy2"/>
    <dgm:cxn modelId="{3EB1C155-7490-416E-AFDA-64A4A3BE0474}" type="presParOf" srcId="{A0B6B088-323A-4D54-AE1A-0B26B1974F2B}" destId="{E9AE3438-1BB0-4FF3-B536-2E1C189EC7B9}" srcOrd="1" destOrd="0" presId="urn:microsoft.com/office/officeart/2005/8/layout/hierarchy2"/>
    <dgm:cxn modelId="{39378BF6-92F6-41B7-80DD-98140386826A}" type="presParOf" srcId="{E9AE3438-1BB0-4FF3-B536-2E1C189EC7B9}" destId="{1C450DFF-DAEE-46AC-9E2B-13E174B0A720}" srcOrd="0" destOrd="0" presId="urn:microsoft.com/office/officeart/2005/8/layout/hierarchy2"/>
    <dgm:cxn modelId="{E6BE8517-35C1-4E0E-82C6-1C078E7A0506}" type="presParOf" srcId="{E9AE3438-1BB0-4FF3-B536-2E1C189EC7B9}" destId="{85AA32A1-0B65-4E7F-9974-EE5FE94EE749}" srcOrd="1" destOrd="0" presId="urn:microsoft.com/office/officeart/2005/8/layout/hierarchy2"/>
    <dgm:cxn modelId="{BAE3514C-C5E2-4E8F-8B32-92EC338CE612}" type="presParOf" srcId="{E0B85316-DE89-4158-A3BF-7FF2C7427D17}" destId="{DA74944F-6F82-4654-9BD2-3D4DF33C8034}" srcOrd="4" destOrd="0" presId="urn:microsoft.com/office/officeart/2005/8/layout/hierarchy2"/>
    <dgm:cxn modelId="{AA2BF18F-DCC4-47EE-AA74-377A341D061C}" type="presParOf" srcId="{DA74944F-6F82-4654-9BD2-3D4DF33C8034}" destId="{02B80AB8-5AB5-4198-AE29-4136C80B5857}" srcOrd="0" destOrd="0" presId="urn:microsoft.com/office/officeart/2005/8/layout/hierarchy2"/>
    <dgm:cxn modelId="{A7F2C904-7DB9-4494-ABDA-356FA22DD3B3}" type="presParOf" srcId="{E0B85316-DE89-4158-A3BF-7FF2C7427D17}" destId="{0464A64B-43C1-476A-9987-4B4EBC027F2A}" srcOrd="5" destOrd="0" presId="urn:microsoft.com/office/officeart/2005/8/layout/hierarchy2"/>
    <dgm:cxn modelId="{AFB8431C-E073-44FA-AED7-D698377133E1}" type="presParOf" srcId="{0464A64B-43C1-476A-9987-4B4EBC027F2A}" destId="{9B54CA3E-7099-44A7-AC49-5579F9EC9CF9}" srcOrd="0" destOrd="0" presId="urn:microsoft.com/office/officeart/2005/8/layout/hierarchy2"/>
    <dgm:cxn modelId="{03804AC4-41F9-4341-885F-11FBE05FE128}" type="presParOf" srcId="{0464A64B-43C1-476A-9987-4B4EBC027F2A}" destId="{85F933C6-8550-48A8-BCE8-08294C5B8917}" srcOrd="1" destOrd="0" presId="urn:microsoft.com/office/officeart/2005/8/layout/hierarchy2"/>
    <dgm:cxn modelId="{3DBBC682-6D41-4ED9-A9FD-A5F8D7EC46CD}" type="presParOf" srcId="{85F933C6-8550-48A8-BCE8-08294C5B8917}" destId="{3437D73E-1DC3-40A0-AC55-0977F96788E2}" srcOrd="0" destOrd="0" presId="urn:microsoft.com/office/officeart/2005/8/layout/hierarchy2"/>
    <dgm:cxn modelId="{0A686F24-7F9B-4220-BBD3-783861CCA1B0}" type="presParOf" srcId="{3437D73E-1DC3-40A0-AC55-0977F96788E2}" destId="{D836771A-3886-438E-A002-44E806658427}" srcOrd="0" destOrd="0" presId="urn:microsoft.com/office/officeart/2005/8/layout/hierarchy2"/>
    <dgm:cxn modelId="{A06FFD7E-A9E3-4484-A5A9-3DA7AE843010}" type="presParOf" srcId="{85F933C6-8550-48A8-BCE8-08294C5B8917}" destId="{2B0BDEE2-DEDA-46D7-A6E7-89936AFA36FF}" srcOrd="1" destOrd="0" presId="urn:microsoft.com/office/officeart/2005/8/layout/hierarchy2"/>
    <dgm:cxn modelId="{8FC8C1FB-B57D-452A-B839-9E0D32D135AE}" type="presParOf" srcId="{2B0BDEE2-DEDA-46D7-A6E7-89936AFA36FF}" destId="{96B8881E-27C3-4FAC-9E46-45056F5F3DFD}" srcOrd="0" destOrd="0" presId="urn:microsoft.com/office/officeart/2005/8/layout/hierarchy2"/>
    <dgm:cxn modelId="{1B281467-8DE9-4EA6-87DE-0A8A7958B815}" type="presParOf" srcId="{2B0BDEE2-DEDA-46D7-A6E7-89936AFA36FF}" destId="{C1EE2FC1-24DC-4A5D-B4E1-9B5FE4DE2E4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931716-50F6-441B-83C8-9FD6B1662D5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ES"/>
        </a:p>
      </dgm:t>
    </dgm:pt>
    <dgm:pt modelId="{06A7B3E2-7E7E-4AFF-B6B8-05E3FFBC8078}">
      <dgm:prSet phldrT="[Text]"/>
      <dgm:spPr/>
      <dgm:t>
        <a:bodyPr/>
        <a:lstStyle/>
        <a:p>
          <a:r>
            <a:rPr lang="es-ES_tradnl" dirty="0" err="1"/>
            <a:t>Problem</a:t>
          </a:r>
          <a:endParaRPr lang="en-ES" dirty="0"/>
        </a:p>
      </dgm:t>
    </dgm:pt>
    <dgm:pt modelId="{19E90686-2B23-4107-87CA-31D708405D42}" type="parTrans" cxnId="{D50FF515-70A3-4C99-B4F6-AC34F20CBD91}">
      <dgm:prSet/>
      <dgm:spPr/>
      <dgm:t>
        <a:bodyPr/>
        <a:lstStyle/>
        <a:p>
          <a:endParaRPr lang="en-ES"/>
        </a:p>
      </dgm:t>
    </dgm:pt>
    <dgm:pt modelId="{43ED12E7-E980-477D-9D6D-1A088974A723}" type="sibTrans" cxnId="{D50FF515-70A3-4C99-B4F6-AC34F20CBD91}">
      <dgm:prSet/>
      <dgm:spPr/>
      <dgm:t>
        <a:bodyPr/>
        <a:lstStyle/>
        <a:p>
          <a:endParaRPr lang="en-ES"/>
        </a:p>
      </dgm:t>
    </dgm:pt>
    <dgm:pt modelId="{50174595-C1A9-4CD2-8F84-C2F9E7F10DA3}">
      <dgm:prSet phldrT="[Text]"/>
      <dgm:spPr/>
      <dgm:t>
        <a:bodyPr/>
        <a:lstStyle/>
        <a:p>
          <a:r>
            <a:rPr lang="es-ES_tradnl" dirty="0" err="1"/>
            <a:t>Processor</a:t>
          </a:r>
          <a:endParaRPr lang="en-ES" dirty="0"/>
        </a:p>
      </dgm:t>
    </dgm:pt>
    <dgm:pt modelId="{ECD1AAFA-BA35-41C9-82AE-2106716D7281}" type="parTrans" cxnId="{6F071B5F-5C1B-4C61-9070-256F017D6A37}">
      <dgm:prSet/>
      <dgm:spPr/>
      <dgm:t>
        <a:bodyPr/>
        <a:lstStyle/>
        <a:p>
          <a:endParaRPr lang="en-ES"/>
        </a:p>
      </dgm:t>
    </dgm:pt>
    <dgm:pt modelId="{CDD6FDBD-921D-40EF-AC7F-5762921021C7}" type="sibTrans" cxnId="{6F071B5F-5C1B-4C61-9070-256F017D6A37}">
      <dgm:prSet/>
      <dgm:spPr/>
      <dgm:t>
        <a:bodyPr/>
        <a:lstStyle/>
        <a:p>
          <a:endParaRPr lang="en-ES"/>
        </a:p>
      </dgm:t>
    </dgm:pt>
    <dgm:pt modelId="{8DCB8F48-7880-47E3-91BB-7DBF41C04341}" type="pres">
      <dgm:prSet presAssocID="{AF931716-50F6-441B-83C8-9FD6B1662D5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3F24BFB-8362-443C-8D47-1B6AEF1ED408}" type="pres">
      <dgm:prSet presAssocID="{06A7B3E2-7E7E-4AFF-B6B8-05E3FFBC8078}" presName="root1" presStyleCnt="0"/>
      <dgm:spPr/>
    </dgm:pt>
    <dgm:pt modelId="{E40EBDC4-587E-4F23-912E-B2CA64C66F24}" type="pres">
      <dgm:prSet presAssocID="{06A7B3E2-7E7E-4AFF-B6B8-05E3FFBC8078}" presName="LevelOneTextNode" presStyleLbl="node0" presStyleIdx="0" presStyleCnt="1">
        <dgm:presLayoutVars>
          <dgm:chPref val="3"/>
        </dgm:presLayoutVars>
      </dgm:prSet>
      <dgm:spPr/>
    </dgm:pt>
    <dgm:pt modelId="{C0573989-DBC4-4C6E-8AD1-7430D2CA8408}" type="pres">
      <dgm:prSet presAssocID="{06A7B3E2-7E7E-4AFF-B6B8-05E3FFBC8078}" presName="level2hierChild" presStyleCnt="0"/>
      <dgm:spPr/>
    </dgm:pt>
    <dgm:pt modelId="{C5E5A7EA-4B82-4396-A384-4FF3878CE206}" type="pres">
      <dgm:prSet presAssocID="{ECD1AAFA-BA35-41C9-82AE-2106716D7281}" presName="conn2-1" presStyleLbl="parChTrans1D2" presStyleIdx="0" presStyleCnt="1"/>
      <dgm:spPr/>
    </dgm:pt>
    <dgm:pt modelId="{17254CB9-AB8A-4872-8418-4AF25B1A9044}" type="pres">
      <dgm:prSet presAssocID="{ECD1AAFA-BA35-41C9-82AE-2106716D7281}" presName="connTx" presStyleLbl="parChTrans1D2" presStyleIdx="0" presStyleCnt="1"/>
      <dgm:spPr/>
    </dgm:pt>
    <dgm:pt modelId="{5CFA1D7A-AB10-45F1-9867-AD1E018D0BBE}" type="pres">
      <dgm:prSet presAssocID="{50174595-C1A9-4CD2-8F84-C2F9E7F10DA3}" presName="root2" presStyleCnt="0"/>
      <dgm:spPr/>
    </dgm:pt>
    <dgm:pt modelId="{0853D4F7-6D0D-4950-9252-E7032493E707}" type="pres">
      <dgm:prSet presAssocID="{50174595-C1A9-4CD2-8F84-C2F9E7F10DA3}" presName="LevelTwoTextNode" presStyleLbl="node2" presStyleIdx="0" presStyleCnt="1">
        <dgm:presLayoutVars>
          <dgm:chPref val="3"/>
        </dgm:presLayoutVars>
      </dgm:prSet>
      <dgm:spPr/>
    </dgm:pt>
    <dgm:pt modelId="{BD238E57-D8D2-4DAD-A992-44D82D41D425}" type="pres">
      <dgm:prSet presAssocID="{50174595-C1A9-4CD2-8F84-C2F9E7F10DA3}" presName="level3hierChild" presStyleCnt="0"/>
      <dgm:spPr/>
    </dgm:pt>
  </dgm:ptLst>
  <dgm:cxnLst>
    <dgm:cxn modelId="{05770108-F299-4810-9E8E-E2AA9F31DD62}" type="presOf" srcId="{06A7B3E2-7E7E-4AFF-B6B8-05E3FFBC8078}" destId="{E40EBDC4-587E-4F23-912E-B2CA64C66F24}" srcOrd="0" destOrd="0" presId="urn:microsoft.com/office/officeart/2005/8/layout/hierarchy2"/>
    <dgm:cxn modelId="{D50FF515-70A3-4C99-B4F6-AC34F20CBD91}" srcId="{AF931716-50F6-441B-83C8-9FD6B1662D5E}" destId="{06A7B3E2-7E7E-4AFF-B6B8-05E3FFBC8078}" srcOrd="0" destOrd="0" parTransId="{19E90686-2B23-4107-87CA-31D708405D42}" sibTransId="{43ED12E7-E980-477D-9D6D-1A088974A723}"/>
    <dgm:cxn modelId="{BE92B131-152E-4F64-9F2D-99FEBC6F5728}" type="presOf" srcId="{ECD1AAFA-BA35-41C9-82AE-2106716D7281}" destId="{C5E5A7EA-4B82-4396-A384-4FF3878CE206}" srcOrd="0" destOrd="0" presId="urn:microsoft.com/office/officeart/2005/8/layout/hierarchy2"/>
    <dgm:cxn modelId="{D26C7932-6D28-4343-9F3F-9416D40CA91E}" type="presOf" srcId="{ECD1AAFA-BA35-41C9-82AE-2106716D7281}" destId="{17254CB9-AB8A-4872-8418-4AF25B1A9044}" srcOrd="1" destOrd="0" presId="urn:microsoft.com/office/officeart/2005/8/layout/hierarchy2"/>
    <dgm:cxn modelId="{6F071B5F-5C1B-4C61-9070-256F017D6A37}" srcId="{06A7B3E2-7E7E-4AFF-B6B8-05E3FFBC8078}" destId="{50174595-C1A9-4CD2-8F84-C2F9E7F10DA3}" srcOrd="0" destOrd="0" parTransId="{ECD1AAFA-BA35-41C9-82AE-2106716D7281}" sibTransId="{CDD6FDBD-921D-40EF-AC7F-5762921021C7}"/>
    <dgm:cxn modelId="{BD5F2468-1536-4F8A-9132-A609B4A8FB52}" type="presOf" srcId="{AF931716-50F6-441B-83C8-9FD6B1662D5E}" destId="{8DCB8F48-7880-47E3-91BB-7DBF41C04341}" srcOrd="0" destOrd="0" presId="urn:microsoft.com/office/officeart/2005/8/layout/hierarchy2"/>
    <dgm:cxn modelId="{DB1316B8-3273-4A97-9E03-874054E886A6}" type="presOf" srcId="{50174595-C1A9-4CD2-8F84-C2F9E7F10DA3}" destId="{0853D4F7-6D0D-4950-9252-E7032493E707}" srcOrd="0" destOrd="0" presId="urn:microsoft.com/office/officeart/2005/8/layout/hierarchy2"/>
    <dgm:cxn modelId="{F5B6F43B-A2CA-413D-B3FC-A9480E6285F5}" type="presParOf" srcId="{8DCB8F48-7880-47E3-91BB-7DBF41C04341}" destId="{E3F24BFB-8362-443C-8D47-1B6AEF1ED408}" srcOrd="0" destOrd="0" presId="urn:microsoft.com/office/officeart/2005/8/layout/hierarchy2"/>
    <dgm:cxn modelId="{5DAC6A7D-1D9A-4A4A-8C75-A28E8AB88650}" type="presParOf" srcId="{E3F24BFB-8362-443C-8D47-1B6AEF1ED408}" destId="{E40EBDC4-587E-4F23-912E-B2CA64C66F24}" srcOrd="0" destOrd="0" presId="urn:microsoft.com/office/officeart/2005/8/layout/hierarchy2"/>
    <dgm:cxn modelId="{1A1BFD98-2D1F-456B-A6BE-EA66F0A3BB54}" type="presParOf" srcId="{E3F24BFB-8362-443C-8D47-1B6AEF1ED408}" destId="{C0573989-DBC4-4C6E-8AD1-7430D2CA8408}" srcOrd="1" destOrd="0" presId="urn:microsoft.com/office/officeart/2005/8/layout/hierarchy2"/>
    <dgm:cxn modelId="{3B38B55B-DE77-436B-947C-D6A28ED41939}" type="presParOf" srcId="{C0573989-DBC4-4C6E-8AD1-7430D2CA8408}" destId="{C5E5A7EA-4B82-4396-A384-4FF3878CE206}" srcOrd="0" destOrd="0" presId="urn:microsoft.com/office/officeart/2005/8/layout/hierarchy2"/>
    <dgm:cxn modelId="{CB2B9F0D-1619-4475-822B-A1BBDED0637F}" type="presParOf" srcId="{C5E5A7EA-4B82-4396-A384-4FF3878CE206}" destId="{17254CB9-AB8A-4872-8418-4AF25B1A9044}" srcOrd="0" destOrd="0" presId="urn:microsoft.com/office/officeart/2005/8/layout/hierarchy2"/>
    <dgm:cxn modelId="{F208B896-8072-4BB5-9A85-A3F8C53E418E}" type="presParOf" srcId="{C0573989-DBC4-4C6E-8AD1-7430D2CA8408}" destId="{5CFA1D7A-AB10-45F1-9867-AD1E018D0BBE}" srcOrd="1" destOrd="0" presId="urn:microsoft.com/office/officeart/2005/8/layout/hierarchy2"/>
    <dgm:cxn modelId="{3B07670B-9645-434D-B9D7-F0CBE594D25D}" type="presParOf" srcId="{5CFA1D7A-AB10-45F1-9867-AD1E018D0BBE}" destId="{0853D4F7-6D0D-4950-9252-E7032493E707}" srcOrd="0" destOrd="0" presId="urn:microsoft.com/office/officeart/2005/8/layout/hierarchy2"/>
    <dgm:cxn modelId="{40F2D2D8-2D03-4AEF-A936-E454CD37D763}" type="presParOf" srcId="{5CFA1D7A-AB10-45F1-9867-AD1E018D0BBE}" destId="{BD238E57-D8D2-4DAD-A992-44D82D41D42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A44BE-305C-4659-80A3-A8C7605D9161}">
      <dsp:nvSpPr>
        <dsp:cNvPr id="0" name=""/>
        <dsp:cNvSpPr/>
      </dsp:nvSpPr>
      <dsp:spPr>
        <a:xfrm>
          <a:off x="406153" y="1833"/>
          <a:ext cx="2262650" cy="484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kern="1200" dirty="0"/>
            <a:t>ADAPTACIÓN DATOS</a:t>
          </a:r>
        </a:p>
      </dsp:txBody>
      <dsp:txXfrm>
        <a:off x="420331" y="16011"/>
        <a:ext cx="2234294" cy="455720"/>
      </dsp:txXfrm>
    </dsp:sp>
    <dsp:sp modelId="{D038F78F-E360-43CA-A917-0F78E87CDF94}">
      <dsp:nvSpPr>
        <dsp:cNvPr id="0" name=""/>
        <dsp:cNvSpPr/>
      </dsp:nvSpPr>
      <dsp:spPr>
        <a:xfrm rot="5400000">
          <a:off x="1495121" y="528266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57705-1E67-4BB0-9740-3136DDCE8D57}">
      <dsp:nvSpPr>
        <dsp:cNvPr id="0" name=""/>
        <dsp:cNvSpPr/>
      </dsp:nvSpPr>
      <dsp:spPr>
        <a:xfrm>
          <a:off x="504866" y="655336"/>
          <a:ext cx="2065224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NORMALIZAR</a:t>
          </a:r>
          <a:endParaRPr lang="es-ES" sz="1500" i="1" kern="1200" dirty="0"/>
        </a:p>
      </dsp:txBody>
      <dsp:txXfrm>
        <a:off x="519044" y="669514"/>
        <a:ext cx="2036868" cy="455720"/>
      </dsp:txXfrm>
    </dsp:sp>
    <dsp:sp modelId="{9C1D28ED-89C9-462D-9782-7C8C71B528C8}">
      <dsp:nvSpPr>
        <dsp:cNvPr id="0" name=""/>
        <dsp:cNvSpPr/>
      </dsp:nvSpPr>
      <dsp:spPr>
        <a:xfrm rot="5400000">
          <a:off x="1495121" y="1181769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25534-E9BF-4C63-A9A2-57B80695765C}">
      <dsp:nvSpPr>
        <dsp:cNvPr id="0" name=""/>
        <dsp:cNvSpPr/>
      </dsp:nvSpPr>
      <dsp:spPr>
        <a:xfrm>
          <a:off x="569325" y="1308839"/>
          <a:ext cx="1936305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TRATAR VALORES  </a:t>
          </a:r>
          <a:r>
            <a:rPr lang="es-ES" sz="1500" i="1" kern="1200" dirty="0" err="1"/>
            <a:t>Nan</a:t>
          </a:r>
          <a:r>
            <a:rPr lang="es-ES" sz="1500" i="1" kern="1200" dirty="0"/>
            <a:t> </a:t>
          </a:r>
          <a:endParaRPr lang="es-ES" sz="1500" kern="1200" dirty="0"/>
        </a:p>
      </dsp:txBody>
      <dsp:txXfrm>
        <a:off x="583503" y="1323017"/>
        <a:ext cx="1907949" cy="455720"/>
      </dsp:txXfrm>
    </dsp:sp>
    <dsp:sp modelId="{9C96CEBC-19C1-48C2-8E94-038723467EE5}">
      <dsp:nvSpPr>
        <dsp:cNvPr id="0" name=""/>
        <dsp:cNvSpPr/>
      </dsp:nvSpPr>
      <dsp:spPr>
        <a:xfrm rot="5400000">
          <a:off x="1495121" y="1835272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6B313-E1C2-4E31-87AB-DE384213CEF5}">
      <dsp:nvSpPr>
        <dsp:cNvPr id="0" name=""/>
        <dsp:cNvSpPr/>
      </dsp:nvSpPr>
      <dsp:spPr>
        <a:xfrm>
          <a:off x="569325" y="1962342"/>
          <a:ext cx="1936305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CALCULAR DIAGNÓSTICO</a:t>
          </a:r>
        </a:p>
      </dsp:txBody>
      <dsp:txXfrm>
        <a:off x="583503" y="1976520"/>
        <a:ext cx="1907949" cy="455720"/>
      </dsp:txXfrm>
    </dsp:sp>
    <dsp:sp modelId="{01827FD4-D536-4090-B1BC-20F809ABBDD0}">
      <dsp:nvSpPr>
        <dsp:cNvPr id="0" name=""/>
        <dsp:cNvSpPr/>
      </dsp:nvSpPr>
      <dsp:spPr>
        <a:xfrm rot="5400000">
          <a:off x="1495121" y="2488775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F916D-C8C0-413E-BE55-898DF5962D18}">
      <dsp:nvSpPr>
        <dsp:cNvPr id="0" name=""/>
        <dsp:cNvSpPr/>
      </dsp:nvSpPr>
      <dsp:spPr>
        <a:xfrm>
          <a:off x="569325" y="2615845"/>
          <a:ext cx="1936305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COMBINAR BIOMARCADORES</a:t>
          </a:r>
        </a:p>
      </dsp:txBody>
      <dsp:txXfrm>
        <a:off x="583503" y="2630023"/>
        <a:ext cx="1907949" cy="455720"/>
      </dsp:txXfrm>
    </dsp:sp>
    <dsp:sp modelId="{B799A364-1A00-4FCC-9A0D-23F22229F757}">
      <dsp:nvSpPr>
        <dsp:cNvPr id="0" name=""/>
        <dsp:cNvSpPr/>
      </dsp:nvSpPr>
      <dsp:spPr>
        <a:xfrm rot="5400000">
          <a:off x="1495121" y="3142278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44A23-84A8-46A2-A369-27D064FB5069}">
      <dsp:nvSpPr>
        <dsp:cNvPr id="0" name=""/>
        <dsp:cNvSpPr/>
      </dsp:nvSpPr>
      <dsp:spPr>
        <a:xfrm>
          <a:off x="569325" y="3269349"/>
          <a:ext cx="1936305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AGRUPAR</a:t>
          </a:r>
        </a:p>
      </dsp:txBody>
      <dsp:txXfrm>
        <a:off x="583503" y="3283527"/>
        <a:ext cx="1907949" cy="455720"/>
      </dsp:txXfrm>
    </dsp:sp>
    <dsp:sp modelId="{7C8D2CF0-8E3A-4BE0-846D-ACEC70E7D70A}">
      <dsp:nvSpPr>
        <dsp:cNvPr id="0" name=""/>
        <dsp:cNvSpPr/>
      </dsp:nvSpPr>
      <dsp:spPr>
        <a:xfrm>
          <a:off x="2939886" y="1833"/>
          <a:ext cx="2407505" cy="4984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kern="1200" dirty="0"/>
            <a:t>    ESTIMACIÓN </a:t>
          </a:r>
          <a:r>
            <a:rPr lang="es-ES" sz="1700" b="1" kern="1200" dirty="0" err="1"/>
            <a:t>DPMs</a:t>
          </a:r>
          <a:r>
            <a:rPr lang="es-ES" sz="1700" b="1" kern="1200" dirty="0"/>
            <a:t>	</a:t>
          </a:r>
        </a:p>
      </dsp:txBody>
      <dsp:txXfrm>
        <a:off x="2954486" y="16433"/>
        <a:ext cx="2378305" cy="469277"/>
      </dsp:txXfrm>
    </dsp:sp>
    <dsp:sp modelId="{7433CC79-DE51-4C30-90F1-6BA73D0F14E1}">
      <dsp:nvSpPr>
        <dsp:cNvPr id="0" name=""/>
        <dsp:cNvSpPr/>
      </dsp:nvSpPr>
      <dsp:spPr>
        <a:xfrm rot="5400000">
          <a:off x="4101282" y="542667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9F8AB-2FC0-417B-B101-D735AFF0E673}">
      <dsp:nvSpPr>
        <dsp:cNvPr id="0" name=""/>
        <dsp:cNvSpPr/>
      </dsp:nvSpPr>
      <dsp:spPr>
        <a:xfrm>
          <a:off x="2950197" y="669737"/>
          <a:ext cx="2386883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CALIBRACIÓN </a:t>
          </a:r>
          <a:r>
            <a:rPr lang="es-ES" sz="1500" kern="1200" dirty="0">
              <a:sym typeface="Wingdings" panose="05000000000000000000" pitchFamily="2" charset="2"/>
            </a:rPr>
            <a:t> </a:t>
          </a:r>
          <a:r>
            <a:rPr lang="es-ES" sz="1500" i="1" kern="1200" dirty="0">
              <a:sym typeface="Wingdings" panose="05000000000000000000" pitchFamily="2" charset="2"/>
            </a:rPr>
            <a:t>Long-</a:t>
          </a:r>
          <a:r>
            <a:rPr lang="es-ES" sz="1500" i="1" kern="1200" dirty="0" err="1">
              <a:sym typeface="Wingdings" panose="05000000000000000000" pitchFamily="2" charset="2"/>
            </a:rPr>
            <a:t>term</a:t>
          </a:r>
          <a:endParaRPr lang="es-ES" sz="1500" i="1" kern="1200" dirty="0"/>
        </a:p>
      </dsp:txBody>
      <dsp:txXfrm>
        <a:off x="2964375" y="683915"/>
        <a:ext cx="2358527" cy="455720"/>
      </dsp:txXfrm>
    </dsp:sp>
    <dsp:sp modelId="{BF173829-614E-4ECE-BFAA-46FCF5502E32}">
      <dsp:nvSpPr>
        <dsp:cNvPr id="0" name=""/>
        <dsp:cNvSpPr/>
      </dsp:nvSpPr>
      <dsp:spPr>
        <a:xfrm rot="5400000">
          <a:off x="4101282" y="1196171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929CB-0165-4CE8-A7F1-844C3C7B60AF}">
      <dsp:nvSpPr>
        <dsp:cNvPr id="0" name=""/>
        <dsp:cNvSpPr/>
      </dsp:nvSpPr>
      <dsp:spPr>
        <a:xfrm>
          <a:off x="2962018" y="1323241"/>
          <a:ext cx="2363241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PERSONALIZACIÓN</a:t>
          </a:r>
        </a:p>
      </dsp:txBody>
      <dsp:txXfrm>
        <a:off x="2976196" y="1337419"/>
        <a:ext cx="2334885" cy="455720"/>
      </dsp:txXfrm>
    </dsp:sp>
    <dsp:sp modelId="{83275A3A-2C7F-4E9D-9459-C5F221B72E54}">
      <dsp:nvSpPr>
        <dsp:cNvPr id="0" name=""/>
        <dsp:cNvSpPr/>
      </dsp:nvSpPr>
      <dsp:spPr>
        <a:xfrm rot="5400000">
          <a:off x="4101282" y="1849674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55820-CB87-43BF-B641-694887B3F165}">
      <dsp:nvSpPr>
        <dsp:cNvPr id="0" name=""/>
        <dsp:cNvSpPr/>
      </dsp:nvSpPr>
      <dsp:spPr>
        <a:xfrm>
          <a:off x="2962018" y="1976744"/>
          <a:ext cx="2363241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PREDICCIÓN </a:t>
          </a:r>
          <a:r>
            <a:rPr lang="es-ES" sz="1500" kern="1200" dirty="0">
              <a:sym typeface="Wingdings" panose="05000000000000000000" pitchFamily="2" charset="2"/>
            </a:rPr>
            <a:t> </a:t>
          </a:r>
          <a:r>
            <a:rPr lang="es-ES" sz="1500" i="1" kern="1200" dirty="0">
              <a:sym typeface="Wingdings" panose="05000000000000000000" pitchFamily="2" charset="2"/>
            </a:rPr>
            <a:t>Short-</a:t>
          </a:r>
          <a:r>
            <a:rPr lang="es-ES" sz="1500" i="1" kern="1200" dirty="0" err="1">
              <a:sym typeface="Wingdings" panose="05000000000000000000" pitchFamily="2" charset="2"/>
            </a:rPr>
            <a:t>term</a:t>
          </a:r>
          <a:endParaRPr lang="es-ES" sz="1500" i="1" kern="1200" dirty="0"/>
        </a:p>
      </dsp:txBody>
      <dsp:txXfrm>
        <a:off x="2976196" y="1990922"/>
        <a:ext cx="2334885" cy="455720"/>
      </dsp:txXfrm>
    </dsp:sp>
    <dsp:sp modelId="{85646ABB-2D3A-4085-A8BB-F8F06057A7D7}">
      <dsp:nvSpPr>
        <dsp:cNvPr id="0" name=""/>
        <dsp:cNvSpPr/>
      </dsp:nvSpPr>
      <dsp:spPr>
        <a:xfrm>
          <a:off x="5618474" y="1833"/>
          <a:ext cx="2379177" cy="4840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kern="1200" dirty="0"/>
            <a:t>MÉTRICAS </a:t>
          </a:r>
          <a:r>
            <a:rPr lang="es-ES" sz="1700" b="1" kern="1200" dirty="0" err="1"/>
            <a:t>DPMs</a:t>
          </a:r>
          <a:endParaRPr lang="es-ES" sz="1700" b="1" kern="1200" dirty="0"/>
        </a:p>
      </dsp:txBody>
      <dsp:txXfrm>
        <a:off x="5632652" y="16011"/>
        <a:ext cx="2350821" cy="455720"/>
      </dsp:txXfrm>
    </dsp:sp>
    <dsp:sp modelId="{F3B785AE-9F64-4575-B4F7-2941A9A1A190}">
      <dsp:nvSpPr>
        <dsp:cNvPr id="0" name=""/>
        <dsp:cNvSpPr/>
      </dsp:nvSpPr>
      <dsp:spPr>
        <a:xfrm rot="5400000">
          <a:off x="6765706" y="528266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F3EAA-332B-4091-8F06-2EBB3864DC21}">
      <dsp:nvSpPr>
        <dsp:cNvPr id="0" name=""/>
        <dsp:cNvSpPr/>
      </dsp:nvSpPr>
      <dsp:spPr>
        <a:xfrm>
          <a:off x="5839910" y="655336"/>
          <a:ext cx="1936305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MAE/NMAE</a:t>
          </a:r>
        </a:p>
      </dsp:txBody>
      <dsp:txXfrm>
        <a:off x="5854088" y="669514"/>
        <a:ext cx="1907949" cy="455720"/>
      </dsp:txXfrm>
    </dsp:sp>
    <dsp:sp modelId="{3A659B7A-FA3C-4D99-98D0-540225BC58D1}">
      <dsp:nvSpPr>
        <dsp:cNvPr id="0" name=""/>
        <dsp:cNvSpPr/>
      </dsp:nvSpPr>
      <dsp:spPr>
        <a:xfrm rot="5400000">
          <a:off x="6765706" y="1181769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CF61E-374D-4694-AEEE-EAE04D9AE779}">
      <dsp:nvSpPr>
        <dsp:cNvPr id="0" name=""/>
        <dsp:cNvSpPr/>
      </dsp:nvSpPr>
      <dsp:spPr>
        <a:xfrm>
          <a:off x="5839910" y="1308839"/>
          <a:ext cx="1936305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DPS</a:t>
          </a:r>
        </a:p>
      </dsp:txBody>
      <dsp:txXfrm>
        <a:off x="5854088" y="1323017"/>
        <a:ext cx="1907949" cy="455720"/>
      </dsp:txXfrm>
    </dsp:sp>
    <dsp:sp modelId="{AAE1F0A3-9FAB-478B-BC93-F6406FEEDD3E}">
      <dsp:nvSpPr>
        <dsp:cNvPr id="0" name=""/>
        <dsp:cNvSpPr/>
      </dsp:nvSpPr>
      <dsp:spPr>
        <a:xfrm rot="5400000">
          <a:off x="6765706" y="1835272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6D71C-324D-4708-B1F0-E6B9BB8A6CB1}">
      <dsp:nvSpPr>
        <dsp:cNvPr id="0" name=""/>
        <dsp:cNvSpPr/>
      </dsp:nvSpPr>
      <dsp:spPr>
        <a:xfrm>
          <a:off x="5839910" y="1962342"/>
          <a:ext cx="1936305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BAYES, SCORES Y AUC</a:t>
          </a:r>
        </a:p>
      </dsp:txBody>
      <dsp:txXfrm>
        <a:off x="5854088" y="1976520"/>
        <a:ext cx="1907949" cy="455720"/>
      </dsp:txXfrm>
    </dsp:sp>
    <dsp:sp modelId="{138ED6C1-CF6F-4FA3-ADD4-9AD25B21C51B}">
      <dsp:nvSpPr>
        <dsp:cNvPr id="0" name=""/>
        <dsp:cNvSpPr/>
      </dsp:nvSpPr>
      <dsp:spPr>
        <a:xfrm rot="5400000">
          <a:off x="6765706" y="2488775"/>
          <a:ext cx="84713" cy="84713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12EFD-DF79-4AA0-970C-A99A9FBFDCF4}">
      <dsp:nvSpPr>
        <dsp:cNvPr id="0" name=""/>
        <dsp:cNvSpPr/>
      </dsp:nvSpPr>
      <dsp:spPr>
        <a:xfrm>
          <a:off x="5839910" y="2615845"/>
          <a:ext cx="1936305" cy="4840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TIEMPOS DE CONVERSIÓN</a:t>
          </a:r>
        </a:p>
      </dsp:txBody>
      <dsp:txXfrm>
        <a:off x="5854088" y="2630023"/>
        <a:ext cx="1907949" cy="4557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731BC-3D71-4ACC-837B-0A5A9766329E}">
      <dsp:nvSpPr>
        <dsp:cNvPr id="0" name=""/>
        <dsp:cNvSpPr/>
      </dsp:nvSpPr>
      <dsp:spPr>
        <a:xfrm>
          <a:off x="29" y="64368"/>
          <a:ext cx="2848570" cy="98096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Evaluación de la precisión temporal de las trayectorias</a:t>
          </a:r>
        </a:p>
      </dsp:txBody>
      <dsp:txXfrm>
        <a:off x="29" y="64368"/>
        <a:ext cx="2848570" cy="980963"/>
      </dsp:txXfrm>
    </dsp:sp>
    <dsp:sp modelId="{9996B268-0F61-4AED-B3BE-B8E5678D1A97}">
      <dsp:nvSpPr>
        <dsp:cNvPr id="0" name=""/>
        <dsp:cNvSpPr/>
      </dsp:nvSpPr>
      <dsp:spPr>
        <a:xfrm>
          <a:off x="29" y="1045331"/>
          <a:ext cx="2848570" cy="197639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dirty="0"/>
            <a:t>MAE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dirty="0"/>
            <a:t>NMAE</a:t>
          </a:r>
        </a:p>
      </dsp:txBody>
      <dsp:txXfrm>
        <a:off x="29" y="1045331"/>
        <a:ext cx="2848570" cy="1976399"/>
      </dsp:txXfrm>
    </dsp:sp>
    <dsp:sp modelId="{6BF57199-63BF-4665-99C8-EF36A075DBFA}">
      <dsp:nvSpPr>
        <dsp:cNvPr id="0" name=""/>
        <dsp:cNvSpPr/>
      </dsp:nvSpPr>
      <dsp:spPr>
        <a:xfrm>
          <a:off x="3247399" y="64368"/>
          <a:ext cx="2848570" cy="98096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Evaluación del diagnóstico cognitivo</a:t>
          </a:r>
        </a:p>
      </dsp:txBody>
      <dsp:txXfrm>
        <a:off x="3247399" y="64368"/>
        <a:ext cx="2848570" cy="980963"/>
      </dsp:txXfrm>
    </dsp:sp>
    <dsp:sp modelId="{78B02FAD-9121-4522-940F-80CD304D49E0}">
      <dsp:nvSpPr>
        <dsp:cNvPr id="0" name=""/>
        <dsp:cNvSpPr/>
      </dsp:nvSpPr>
      <dsp:spPr>
        <a:xfrm>
          <a:off x="3247399" y="1045331"/>
          <a:ext cx="2848570" cy="1976399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dirty="0"/>
            <a:t>AUC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dirty="0"/>
            <a:t>SCORES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kern="1200" dirty="0"/>
            <a:t>CORRELACIÓN CON LOS TIEMPOS DE RESERVA Y DE CONVERSIÓN</a:t>
          </a:r>
        </a:p>
      </dsp:txBody>
      <dsp:txXfrm>
        <a:off x="3247399" y="1045331"/>
        <a:ext cx="2848570" cy="1976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D913E-CD2B-44D2-8710-2D63B07E12F0}">
      <dsp:nvSpPr>
        <dsp:cNvPr id="0" name=""/>
        <dsp:cNvSpPr/>
      </dsp:nvSpPr>
      <dsp:spPr>
        <a:xfrm>
          <a:off x="2621" y="1234599"/>
          <a:ext cx="1245545" cy="622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 err="1"/>
            <a:t>Problem</a:t>
          </a:r>
          <a:endParaRPr lang="en-ES" sz="1800" kern="1200" dirty="0"/>
        </a:p>
      </dsp:txBody>
      <dsp:txXfrm>
        <a:off x="20861" y="1252839"/>
        <a:ext cx="1209065" cy="586292"/>
      </dsp:txXfrm>
    </dsp:sp>
    <dsp:sp modelId="{F8B5287F-4DC7-4127-BBDC-DF6C2677E647}">
      <dsp:nvSpPr>
        <dsp:cNvPr id="0" name=""/>
        <dsp:cNvSpPr/>
      </dsp:nvSpPr>
      <dsp:spPr>
        <a:xfrm rot="18289469">
          <a:off x="1061057" y="1169764"/>
          <a:ext cx="872437" cy="36254"/>
        </a:xfrm>
        <a:custGeom>
          <a:avLst/>
          <a:gdLst/>
          <a:ahLst/>
          <a:cxnLst/>
          <a:rect l="0" t="0" r="0" b="0"/>
          <a:pathLst>
            <a:path>
              <a:moveTo>
                <a:pt x="0" y="18127"/>
              </a:moveTo>
              <a:lnTo>
                <a:pt x="872437" y="1812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ES" sz="500" kern="1200"/>
        </a:p>
      </dsp:txBody>
      <dsp:txXfrm>
        <a:off x="1475465" y="1166080"/>
        <a:ext cx="43621" cy="43621"/>
      </dsp:txXfrm>
    </dsp:sp>
    <dsp:sp modelId="{EF993D93-84F4-48A4-B6AB-1962EA2629D9}">
      <dsp:nvSpPr>
        <dsp:cNvPr id="0" name=""/>
        <dsp:cNvSpPr/>
      </dsp:nvSpPr>
      <dsp:spPr>
        <a:xfrm>
          <a:off x="1746385" y="518411"/>
          <a:ext cx="1245545" cy="6227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 err="1"/>
            <a:t>Task</a:t>
          </a:r>
          <a:r>
            <a:rPr lang="es-ES_tradnl" sz="1800" kern="1200" dirty="0"/>
            <a:t> 1</a:t>
          </a:r>
          <a:endParaRPr lang="en-ES" sz="1800" kern="1200" dirty="0"/>
        </a:p>
      </dsp:txBody>
      <dsp:txXfrm>
        <a:off x="1764625" y="536651"/>
        <a:ext cx="1209065" cy="586292"/>
      </dsp:txXfrm>
    </dsp:sp>
    <dsp:sp modelId="{A55FCAF0-8357-4BE0-B573-E044FFEDCF0F}">
      <dsp:nvSpPr>
        <dsp:cNvPr id="0" name=""/>
        <dsp:cNvSpPr/>
      </dsp:nvSpPr>
      <dsp:spPr>
        <a:xfrm>
          <a:off x="2991930" y="811669"/>
          <a:ext cx="498218" cy="36254"/>
        </a:xfrm>
        <a:custGeom>
          <a:avLst/>
          <a:gdLst/>
          <a:ahLst/>
          <a:cxnLst/>
          <a:rect l="0" t="0" r="0" b="0"/>
          <a:pathLst>
            <a:path>
              <a:moveTo>
                <a:pt x="0" y="18127"/>
              </a:moveTo>
              <a:lnTo>
                <a:pt x="498218" y="1812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ES" sz="500" kern="1200"/>
        </a:p>
      </dsp:txBody>
      <dsp:txXfrm>
        <a:off x="3228584" y="817341"/>
        <a:ext cx="24910" cy="24910"/>
      </dsp:txXfrm>
    </dsp:sp>
    <dsp:sp modelId="{1B8BA2A5-CD56-4C3A-9D40-D1BD00B8AFA0}">
      <dsp:nvSpPr>
        <dsp:cNvPr id="0" name=""/>
        <dsp:cNvSpPr/>
      </dsp:nvSpPr>
      <dsp:spPr>
        <a:xfrm>
          <a:off x="3490148" y="518411"/>
          <a:ext cx="1245545" cy="6227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Processor_1</a:t>
          </a:r>
          <a:endParaRPr lang="en-ES" sz="1800" kern="1200" dirty="0"/>
        </a:p>
      </dsp:txBody>
      <dsp:txXfrm>
        <a:off x="3508388" y="536651"/>
        <a:ext cx="1209065" cy="586292"/>
      </dsp:txXfrm>
    </dsp:sp>
    <dsp:sp modelId="{5A698587-89AD-4EFD-83C3-0DA0F190687F}">
      <dsp:nvSpPr>
        <dsp:cNvPr id="0" name=""/>
        <dsp:cNvSpPr/>
      </dsp:nvSpPr>
      <dsp:spPr>
        <a:xfrm>
          <a:off x="1248167" y="1527858"/>
          <a:ext cx="498218" cy="36254"/>
        </a:xfrm>
        <a:custGeom>
          <a:avLst/>
          <a:gdLst/>
          <a:ahLst/>
          <a:cxnLst/>
          <a:rect l="0" t="0" r="0" b="0"/>
          <a:pathLst>
            <a:path>
              <a:moveTo>
                <a:pt x="0" y="18127"/>
              </a:moveTo>
              <a:lnTo>
                <a:pt x="498218" y="1812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ES" sz="500" kern="1200"/>
        </a:p>
      </dsp:txBody>
      <dsp:txXfrm>
        <a:off x="1484820" y="1533530"/>
        <a:ext cx="24910" cy="24910"/>
      </dsp:txXfrm>
    </dsp:sp>
    <dsp:sp modelId="{3AEB2078-7A89-4C45-954B-07459DCBC470}">
      <dsp:nvSpPr>
        <dsp:cNvPr id="0" name=""/>
        <dsp:cNvSpPr/>
      </dsp:nvSpPr>
      <dsp:spPr>
        <a:xfrm>
          <a:off x="1746385" y="1234599"/>
          <a:ext cx="1245545" cy="6227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 err="1"/>
            <a:t>Task</a:t>
          </a:r>
          <a:r>
            <a:rPr lang="es-ES_tradnl" sz="1800" kern="1200" dirty="0"/>
            <a:t> 2</a:t>
          </a:r>
          <a:endParaRPr lang="en-ES" sz="1800" kern="1200" dirty="0"/>
        </a:p>
      </dsp:txBody>
      <dsp:txXfrm>
        <a:off x="1764625" y="1252839"/>
        <a:ext cx="1209065" cy="586292"/>
      </dsp:txXfrm>
    </dsp:sp>
    <dsp:sp modelId="{FBFCF501-5DAD-42B2-82FA-D096146EC8AF}">
      <dsp:nvSpPr>
        <dsp:cNvPr id="0" name=""/>
        <dsp:cNvSpPr/>
      </dsp:nvSpPr>
      <dsp:spPr>
        <a:xfrm>
          <a:off x="2991930" y="1527858"/>
          <a:ext cx="498218" cy="36254"/>
        </a:xfrm>
        <a:custGeom>
          <a:avLst/>
          <a:gdLst/>
          <a:ahLst/>
          <a:cxnLst/>
          <a:rect l="0" t="0" r="0" b="0"/>
          <a:pathLst>
            <a:path>
              <a:moveTo>
                <a:pt x="0" y="18127"/>
              </a:moveTo>
              <a:lnTo>
                <a:pt x="498218" y="1812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ES" sz="500" kern="1200"/>
        </a:p>
      </dsp:txBody>
      <dsp:txXfrm>
        <a:off x="3228584" y="1533530"/>
        <a:ext cx="24910" cy="24910"/>
      </dsp:txXfrm>
    </dsp:sp>
    <dsp:sp modelId="{1C450DFF-DAEE-46AC-9E2B-13E174B0A720}">
      <dsp:nvSpPr>
        <dsp:cNvPr id="0" name=""/>
        <dsp:cNvSpPr/>
      </dsp:nvSpPr>
      <dsp:spPr>
        <a:xfrm>
          <a:off x="3490148" y="1234599"/>
          <a:ext cx="1245545" cy="6227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Processor_2</a:t>
          </a:r>
          <a:endParaRPr lang="en-ES" sz="1800" kern="1200" dirty="0"/>
        </a:p>
      </dsp:txBody>
      <dsp:txXfrm>
        <a:off x="3508388" y="1252839"/>
        <a:ext cx="1209065" cy="586292"/>
      </dsp:txXfrm>
    </dsp:sp>
    <dsp:sp modelId="{DA74944F-6F82-4654-9BD2-3D4DF33C8034}">
      <dsp:nvSpPr>
        <dsp:cNvPr id="0" name=""/>
        <dsp:cNvSpPr/>
      </dsp:nvSpPr>
      <dsp:spPr>
        <a:xfrm rot="3310531">
          <a:off x="1061057" y="1885952"/>
          <a:ext cx="872437" cy="36254"/>
        </a:xfrm>
        <a:custGeom>
          <a:avLst/>
          <a:gdLst/>
          <a:ahLst/>
          <a:cxnLst/>
          <a:rect l="0" t="0" r="0" b="0"/>
          <a:pathLst>
            <a:path>
              <a:moveTo>
                <a:pt x="0" y="18127"/>
              </a:moveTo>
              <a:lnTo>
                <a:pt x="872437" y="1812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ES" sz="500" kern="1200"/>
        </a:p>
      </dsp:txBody>
      <dsp:txXfrm>
        <a:off x="1475465" y="1882269"/>
        <a:ext cx="43621" cy="43621"/>
      </dsp:txXfrm>
    </dsp:sp>
    <dsp:sp modelId="{9B54CA3E-7099-44A7-AC49-5579F9EC9CF9}">
      <dsp:nvSpPr>
        <dsp:cNvPr id="0" name=""/>
        <dsp:cNvSpPr/>
      </dsp:nvSpPr>
      <dsp:spPr>
        <a:xfrm>
          <a:off x="1746385" y="1950788"/>
          <a:ext cx="1245545" cy="6227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 err="1"/>
            <a:t>Task</a:t>
          </a:r>
          <a:r>
            <a:rPr lang="es-ES_tradnl" sz="1800" kern="1200" dirty="0"/>
            <a:t> 3</a:t>
          </a:r>
          <a:endParaRPr lang="en-ES" sz="1800" kern="1200" dirty="0"/>
        </a:p>
      </dsp:txBody>
      <dsp:txXfrm>
        <a:off x="1764625" y="1969028"/>
        <a:ext cx="1209065" cy="586292"/>
      </dsp:txXfrm>
    </dsp:sp>
    <dsp:sp modelId="{3437D73E-1DC3-40A0-AC55-0977F96788E2}">
      <dsp:nvSpPr>
        <dsp:cNvPr id="0" name=""/>
        <dsp:cNvSpPr/>
      </dsp:nvSpPr>
      <dsp:spPr>
        <a:xfrm>
          <a:off x="2991930" y="2244047"/>
          <a:ext cx="498218" cy="36254"/>
        </a:xfrm>
        <a:custGeom>
          <a:avLst/>
          <a:gdLst/>
          <a:ahLst/>
          <a:cxnLst/>
          <a:rect l="0" t="0" r="0" b="0"/>
          <a:pathLst>
            <a:path>
              <a:moveTo>
                <a:pt x="0" y="18127"/>
              </a:moveTo>
              <a:lnTo>
                <a:pt x="498218" y="1812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ES" sz="500" kern="1200"/>
        </a:p>
      </dsp:txBody>
      <dsp:txXfrm>
        <a:off x="3228584" y="2249719"/>
        <a:ext cx="24910" cy="24910"/>
      </dsp:txXfrm>
    </dsp:sp>
    <dsp:sp modelId="{96B8881E-27C3-4FAC-9E46-45056F5F3DFD}">
      <dsp:nvSpPr>
        <dsp:cNvPr id="0" name=""/>
        <dsp:cNvSpPr/>
      </dsp:nvSpPr>
      <dsp:spPr>
        <a:xfrm>
          <a:off x="3490148" y="1950788"/>
          <a:ext cx="1245545" cy="6227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Processor_3</a:t>
          </a:r>
          <a:endParaRPr lang="en-ES" sz="1800" kern="1200" dirty="0"/>
        </a:p>
      </dsp:txBody>
      <dsp:txXfrm>
        <a:off x="3508388" y="1969028"/>
        <a:ext cx="1209065" cy="5862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EBDC4-587E-4F23-912E-B2CA64C66F24}">
      <dsp:nvSpPr>
        <dsp:cNvPr id="0" name=""/>
        <dsp:cNvSpPr/>
      </dsp:nvSpPr>
      <dsp:spPr>
        <a:xfrm>
          <a:off x="1033" y="1094404"/>
          <a:ext cx="1127670" cy="5638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kern="1200" dirty="0" err="1"/>
            <a:t>Problem</a:t>
          </a:r>
          <a:endParaRPr lang="en-ES" sz="1900" kern="1200" dirty="0"/>
        </a:p>
      </dsp:txBody>
      <dsp:txXfrm>
        <a:off x="17547" y="1110918"/>
        <a:ext cx="1094642" cy="530807"/>
      </dsp:txXfrm>
    </dsp:sp>
    <dsp:sp modelId="{C5E5A7EA-4B82-4396-A384-4FF3878CE206}">
      <dsp:nvSpPr>
        <dsp:cNvPr id="0" name=""/>
        <dsp:cNvSpPr/>
      </dsp:nvSpPr>
      <dsp:spPr>
        <a:xfrm>
          <a:off x="1128703" y="1357886"/>
          <a:ext cx="451068" cy="36870"/>
        </a:xfrm>
        <a:custGeom>
          <a:avLst/>
          <a:gdLst/>
          <a:ahLst/>
          <a:cxnLst/>
          <a:rect l="0" t="0" r="0" b="0"/>
          <a:pathLst>
            <a:path>
              <a:moveTo>
                <a:pt x="0" y="18435"/>
              </a:moveTo>
              <a:lnTo>
                <a:pt x="451068" y="1843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ES" sz="500" kern="1200"/>
        </a:p>
      </dsp:txBody>
      <dsp:txXfrm>
        <a:off x="1342961" y="1365045"/>
        <a:ext cx="22553" cy="22553"/>
      </dsp:txXfrm>
    </dsp:sp>
    <dsp:sp modelId="{0853D4F7-6D0D-4950-9252-E7032493E707}">
      <dsp:nvSpPr>
        <dsp:cNvPr id="0" name=""/>
        <dsp:cNvSpPr/>
      </dsp:nvSpPr>
      <dsp:spPr>
        <a:xfrm>
          <a:off x="1579772" y="1094404"/>
          <a:ext cx="1127670" cy="5638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kern="1200" dirty="0" err="1"/>
            <a:t>Processor</a:t>
          </a:r>
          <a:endParaRPr lang="en-ES" sz="1900" kern="1200" dirty="0"/>
        </a:p>
      </dsp:txBody>
      <dsp:txXfrm>
        <a:off x="1596286" y="1110918"/>
        <a:ext cx="1094642" cy="5308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D2BC8-7B35-634B-98CE-6FA0716BB620}" type="datetimeFigureOut">
              <a:rPr lang="es-ES" smtClean="0"/>
              <a:t>17/09/2024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8FD0C-9B30-9D48-B99E-72576BCB1E7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376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7747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5104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8164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2738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1294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0389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998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891A-40B4-A923-4C97-5023B6A93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3B0AAF-4AD4-7EA4-1846-949AD6BFA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5859A5-0554-FEE7-5662-002FE41B5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DBBF33-B12A-55F9-4982-86DA787B1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8038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C0C0B-BCF8-9377-D36A-7ED25EEF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47F9F1-86A4-C59E-FF4C-A6260327C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AADE96-5560-3B79-B24B-5DB007DB0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5FAF0B-51DD-17CC-F0C8-977953BE0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380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6B73-E193-A05D-649A-0A32C99E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FEB66D-7445-4741-35F3-BA3CE6FFA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2E3A62-F523-749E-DA95-DD6379E77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Tx/>
              <a:buNone/>
            </a:pPr>
            <a:endParaRPr lang="es-ES" dirty="0"/>
          </a:p>
          <a:p>
            <a:pPr marL="0" lvl="0" indent="0">
              <a:buFontTx/>
              <a:buNone/>
            </a:pPr>
            <a:endParaRPr lang="es-ES" dirty="0"/>
          </a:p>
          <a:p>
            <a:pPr marL="0" lvl="0" indent="0">
              <a:buFontTx/>
              <a:buNone/>
            </a:pPr>
            <a:endParaRPr lang="es-ES" dirty="0"/>
          </a:p>
          <a:p>
            <a:pPr marL="0" lvl="0" indent="0">
              <a:buFontTx/>
              <a:buNone/>
            </a:pPr>
            <a:endParaRPr lang="es-ES" dirty="0"/>
          </a:p>
          <a:p>
            <a:pPr marL="0" lvl="0" indent="0">
              <a:buFontTx/>
              <a:buNone/>
            </a:pPr>
            <a:endParaRPr lang="es-ES" dirty="0"/>
          </a:p>
          <a:p>
            <a:pPr marL="0" lvl="0" indent="0">
              <a:buFontTx/>
              <a:buNone/>
            </a:pPr>
            <a:endParaRPr lang="es-ES" dirty="0"/>
          </a:p>
          <a:p>
            <a:pPr marL="0" lvl="0" indent="0">
              <a:buFontTx/>
              <a:buNone/>
            </a:pPr>
            <a:r>
              <a:rPr lang="es-ES" dirty="0"/>
              <a:t>Por último, se calculan los valores de las prestaciones para cada uno de los modelos y así poder evaluarlos. Para determinar si la trayectoria estimada para cada individuo del modelo es precisa se utiliza el marcador MAE o el NMAE. Con ellos se mide el error absoluto medio entre los valores de la curva estimada en los tiempos de las observaciones y los valores reales de las observaciones. El MAE se utiliza para la curva en escala original mientras en NMAE se </a:t>
            </a:r>
            <a:r>
              <a:rPr lang="es-ES" dirty="0" err="1"/>
              <a:t>cálcula</a:t>
            </a:r>
            <a:r>
              <a:rPr lang="es-ES" dirty="0"/>
              <a:t> con los valores normalizados de los biomarcadores.</a:t>
            </a:r>
          </a:p>
          <a:p>
            <a:pPr marL="0" lvl="0" indent="0">
              <a:buFontTx/>
              <a:buNone/>
            </a:pPr>
            <a:r>
              <a:rPr lang="es-ES" dirty="0"/>
              <a:t>Por otro lado, también se mide la precisión del diagnóstico cognitivo que estima la predicción del modelo para cada paciente. Esto se realiza con el </a:t>
            </a:r>
            <a:r>
              <a:rPr lang="es-ES" dirty="0" err="1"/>
              <a:t>Area</a:t>
            </a:r>
            <a:r>
              <a:rPr lang="es-ES" dirty="0"/>
              <a:t> Bajo la Curva, valor obtenido mediante un clasificador Bayesiano con estimador de densidad de </a:t>
            </a:r>
            <a:r>
              <a:rPr lang="es-ES" dirty="0" err="1"/>
              <a:t>Kernel</a:t>
            </a:r>
            <a:r>
              <a:rPr lang="es-ES" dirty="0"/>
              <a:t> en función de la puntuación de la progresión de la enfermedad (DPS) en los pacientes. Otras métricas fundamentales son los porcentajes que miden el rendimiento de los modelos para predecir el </a:t>
            </a:r>
            <a:r>
              <a:rPr lang="es-ES" dirty="0" err="1"/>
              <a:t>incio</a:t>
            </a:r>
            <a:r>
              <a:rPr lang="es-ES" dirty="0"/>
              <a:t> de la conversion hacia el deterioro </a:t>
            </a:r>
            <a:r>
              <a:rPr lang="es-ES" dirty="0" err="1"/>
              <a:t>cognitvo</a:t>
            </a:r>
            <a:r>
              <a:rPr lang="es-ES" dirty="0"/>
              <a:t> leve, calculando el porcentaje de pacientes que el modelo predice correctamente como cognitivamente normales y como pacientes que han desarrollado deterioro cognitivo leve. Por último, también se obtiene la correlación de los tiempos de conversión hacia el declive cognitivo de los individuos, y también de la reserva cognitiva de los mismo. </a:t>
            </a:r>
          </a:p>
          <a:p>
            <a:pPr marL="0" lvl="0" indent="0">
              <a:buFontTx/>
              <a:buNone/>
            </a:pPr>
            <a:endParaRPr lang="es-ES" dirty="0"/>
          </a:p>
          <a:p>
            <a:pPr marL="0" lvl="0" indent="0">
              <a:buFontTx/>
              <a:buNone/>
            </a:pPr>
            <a:r>
              <a:rPr lang="es-ES" dirty="0"/>
              <a:t>Estos medidores indican, por un lado la </a:t>
            </a:r>
            <a:r>
              <a:rPr lang="es-ES" dirty="0" err="1"/>
              <a:t>precisi´on</a:t>
            </a:r>
            <a:r>
              <a:rPr lang="es-ES" dirty="0"/>
              <a:t> a la hora de predecir a que edad convierten los pacientes, y por otro lado la exactitud del </a:t>
            </a:r>
            <a:r>
              <a:rPr lang="es-ES" dirty="0" err="1"/>
              <a:t>c´alculo</a:t>
            </a:r>
            <a:r>
              <a:rPr lang="es-ES" dirty="0"/>
              <a:t> de </a:t>
            </a:r>
            <a:r>
              <a:rPr lang="es-ES" dirty="0" err="1"/>
              <a:t>a˜nos</a:t>
            </a:r>
            <a:r>
              <a:rPr lang="es-ES" dirty="0"/>
              <a:t> de reserva que les quedan antes de entrar en la fase de deterioro cognitivo.</a:t>
            </a:r>
          </a:p>
          <a:p>
            <a:pPr marL="628650" lvl="1" indent="-171450">
              <a:buFontTx/>
              <a:buChar char="-"/>
            </a:pPr>
            <a:endParaRPr lang="es-ES" dirty="0"/>
          </a:p>
          <a:p>
            <a:pPr marL="628650" lvl="1" indent="-171450">
              <a:buFontTx/>
              <a:buChar char="-"/>
            </a:pPr>
            <a:endParaRPr lang="es-ES" dirty="0"/>
          </a:p>
          <a:p>
            <a:pPr marL="171450" indent="-171450">
              <a:buFontTx/>
              <a:buChar char="-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F9CC17-A3F7-71A6-D178-E764B651C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0510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6B73-E193-A05D-649A-0A32C99E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FEB66D-7445-4741-35F3-BA3CE6FFA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2E3A62-F523-749E-DA95-DD6379E77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F9CC17-A3F7-71A6-D178-E764B651C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2375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6B73-E193-A05D-649A-0A32C99E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FEB66D-7445-4741-35F3-BA3CE6FFA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2E3A62-F523-749E-DA95-DD6379E77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F9CC17-A3F7-71A6-D178-E764B651C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1100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6B73-E193-A05D-649A-0A32C99E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FEB66D-7445-4741-35F3-BA3CE6FFA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2E3A62-F523-749E-DA95-DD6379E77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Tx/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F9CC17-A3F7-71A6-D178-E764B651C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72266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4079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92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8310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32325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2765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6065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3056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6967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5548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4771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8FD0C-9B30-9D48-B99E-72576BCB1E71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078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28557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38863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AFC6427-0976-6C4C-8DA3-E04201102228}" type="datetime1">
              <a:rPr lang="es-ES" smtClean="0"/>
              <a:pPr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59C5ADF-E1AA-1B44-878A-2B73B5F7050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66D6FA-8351-C24C-8F1F-FC1AA035932A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480F65-A19F-A542-B834-651A07EDEB46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9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2A716F41-4666-BF45-8839-F5A41DFE4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14951147-5FDF-AC41-A478-905D4D3442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08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28557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238863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AFC6427-0976-6C4C-8DA3-E04201102228}" type="datetime1">
              <a:rPr lang="es-ES" smtClean="0"/>
              <a:pPr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59C5ADF-E1AA-1B44-878A-2B73B5F70500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7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0B19860A-C2EF-DD4C-B97F-92842E5BFD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9790CCE-A4D9-8648-86C1-5ABF4FF06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76060"/>
            <a:ext cx="903514" cy="69514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03F1C8EC-C233-4843-9F17-EF9E65C86361}"/>
              </a:ext>
            </a:extLst>
          </p:cNvPr>
          <p:cNvSpPr txBox="1">
            <a:spLocks/>
          </p:cNvSpPr>
          <p:nvPr userDrawn="1"/>
        </p:nvSpPr>
        <p:spPr>
          <a:xfrm>
            <a:off x="1068400" y="112505"/>
            <a:ext cx="6777292" cy="917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68837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64741"/>
            <a:ext cx="7886700" cy="9177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83643"/>
            <a:ext cx="7886700" cy="392324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2EEB-F1F8-DD4B-AAB7-A94648247708}" type="datetime1">
              <a:rPr lang="es-ES" smtClean="0"/>
              <a:t>17/09/2024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328C223-77D7-8845-9B0E-412CAAF1F76C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4FB4D72-A6BF-EA4A-BC1C-7673221BEAE2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9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ABBC93B7-4AD1-204E-8D07-D7C828A523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2F633D51-7F39-6141-A135-E9F4D98557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08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64741"/>
            <a:ext cx="7886700" cy="9177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83643"/>
            <a:ext cx="7886700" cy="392324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2EEB-F1F8-DD4B-AAB7-A94648247708}" type="datetime1">
              <a:rPr lang="es-ES" smtClean="0"/>
              <a:t>17/09/2024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810D2D89-CA15-CA46-931E-342541F707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04E48A3-0B8A-E747-AA8B-BF760BFB6C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76060"/>
            <a:ext cx="903514" cy="69514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E1266CB2-99C1-3E48-B6D6-8C664A614BEF}"/>
              </a:ext>
            </a:extLst>
          </p:cNvPr>
          <p:cNvSpPr txBox="1">
            <a:spLocks/>
          </p:cNvSpPr>
          <p:nvPr userDrawn="1"/>
        </p:nvSpPr>
        <p:spPr>
          <a:xfrm>
            <a:off x="1068400" y="112505"/>
            <a:ext cx="6777292" cy="917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/>
              <a:t>Título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1990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66373"/>
            <a:ext cx="7886700" cy="77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2111152"/>
            <a:ext cx="3886200" cy="3950957"/>
          </a:xfrm>
        </p:spPr>
        <p:txBody>
          <a:bodyPr/>
          <a:lstStyle/>
          <a:p>
            <a:pPr lvl="0"/>
            <a:r>
              <a:rPr lang="es-ES" dirty="0"/>
              <a:t>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32244"/>
            <a:ext cx="3886200" cy="39509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0E6B-C4B5-E449-A7C0-9BFBA104E998}" type="datetime1">
              <a:rPr lang="es-ES" smtClean="0"/>
              <a:t>17/09/2024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5618A8-098C-3C44-A0E8-626F438F662C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7C28D39-B061-5141-987F-6EB53A79EE70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10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96E4F5C1-7020-F24C-B714-4960C92F9F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E5A9748C-C864-5342-B5F0-01BEDD19C4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92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66373"/>
            <a:ext cx="7886700" cy="77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2111152"/>
            <a:ext cx="3886200" cy="3950957"/>
          </a:xfrm>
        </p:spPr>
        <p:txBody>
          <a:bodyPr/>
          <a:lstStyle/>
          <a:p>
            <a:pPr lvl="0"/>
            <a:r>
              <a:rPr lang="es-ES" dirty="0"/>
              <a:t>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32244"/>
            <a:ext cx="3886200" cy="39509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F0E6B-C4B5-E449-A7C0-9BFBA104E998}" type="datetime1">
              <a:rPr lang="es-ES" smtClean="0"/>
              <a:t>17/09/2024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pic>
        <p:nvPicPr>
          <p:cNvPr id="8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77DA3C95-EC36-194B-8553-BA790F5C8C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98B2592-2D7F-B04C-9750-D7DD0A6922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76060"/>
            <a:ext cx="903514" cy="695146"/>
          </a:xfrm>
          <a:prstGeom prst="rect">
            <a:avLst/>
          </a:prstGeom>
        </p:spPr>
      </p:pic>
      <p:sp>
        <p:nvSpPr>
          <p:cNvPr id="10" name="Título 8">
            <a:extLst>
              <a:ext uri="{FF2B5EF4-FFF2-40B4-BE49-F238E27FC236}">
                <a16:creationId xmlns:a16="http://schemas.microsoft.com/office/drawing/2014/main" id="{FBD6ED47-2B2A-0449-B27E-1F64B8C0080F}"/>
              </a:ext>
            </a:extLst>
          </p:cNvPr>
          <p:cNvSpPr txBox="1">
            <a:spLocks/>
          </p:cNvSpPr>
          <p:nvPr userDrawn="1"/>
        </p:nvSpPr>
        <p:spPr>
          <a:xfrm>
            <a:off x="1068400" y="112505"/>
            <a:ext cx="6777292" cy="917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/>
              <a:t>Título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791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78296"/>
            <a:ext cx="7886700" cy="110140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EBB0-4EB7-7947-B477-4C0CFA8DEDBF}" type="datetime1">
              <a:rPr lang="es-ES" smtClean="0"/>
              <a:t>17/09/2024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6F45A5F-9072-494F-BB47-0A6F1AC64AF9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0B5BB5-B97C-5C47-9339-ACA05DCE58E3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8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E44A236F-3F71-7F46-B966-079F252B16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A9EE683E-C60A-3947-8802-72861BA975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978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78296"/>
            <a:ext cx="7886700" cy="110140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BEBB0-4EB7-7947-B477-4C0CFA8DEDBF}" type="datetime1">
              <a:rPr lang="es-ES" smtClean="0"/>
              <a:t>17/09/2024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pic>
        <p:nvPicPr>
          <p:cNvPr id="6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3B420DFF-FDD8-204B-B5BA-F1E5598ED6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CE3386A-BB4E-4E49-A5CB-D8147C1622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76060"/>
            <a:ext cx="903514" cy="695146"/>
          </a:xfrm>
          <a:prstGeom prst="rect">
            <a:avLst/>
          </a:prstGeom>
        </p:spPr>
      </p:pic>
      <p:sp>
        <p:nvSpPr>
          <p:cNvPr id="8" name="Título 8">
            <a:extLst>
              <a:ext uri="{FF2B5EF4-FFF2-40B4-BE49-F238E27FC236}">
                <a16:creationId xmlns:a16="http://schemas.microsoft.com/office/drawing/2014/main" id="{FE861DC3-A6F6-8C48-9D71-162767287C4D}"/>
              </a:ext>
            </a:extLst>
          </p:cNvPr>
          <p:cNvSpPr txBox="1">
            <a:spLocks/>
          </p:cNvSpPr>
          <p:nvPr userDrawn="1"/>
        </p:nvSpPr>
        <p:spPr>
          <a:xfrm>
            <a:off x="1068400" y="112505"/>
            <a:ext cx="6777292" cy="917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/>
              <a:t>Título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778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6003-F7CF-CE42-928D-B7B4488E646D}" type="datetime1">
              <a:rPr lang="es-ES" smtClean="0"/>
              <a:t>17/09/2024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4362964-1CAD-D44C-91D6-62DFAC081FF2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CAF3E9-0177-1841-A9CE-E8D3C78DFEF6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7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097CD0E9-A849-7F47-9876-7493721929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A55CAB88-08E8-F145-934B-C860AEA1E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99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06003-F7CF-CE42-928D-B7B4488E646D}" type="datetime1">
              <a:rPr lang="es-ES" smtClean="0"/>
              <a:t>17/09/2024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pic>
        <p:nvPicPr>
          <p:cNvPr id="5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1B506D93-5F00-8E43-9B29-37A9BD2762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C5C43AE-5AE0-FF4E-9664-5DF64641DE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76060"/>
            <a:ext cx="903514" cy="695146"/>
          </a:xfrm>
          <a:prstGeom prst="rect">
            <a:avLst/>
          </a:prstGeom>
        </p:spPr>
      </p:pic>
      <p:sp>
        <p:nvSpPr>
          <p:cNvPr id="7" name="Título 8">
            <a:extLst>
              <a:ext uri="{FF2B5EF4-FFF2-40B4-BE49-F238E27FC236}">
                <a16:creationId xmlns:a16="http://schemas.microsoft.com/office/drawing/2014/main" id="{7C781A6A-E1F4-664C-9303-9A7EB226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00" y="112505"/>
            <a:ext cx="6777292" cy="917763"/>
          </a:xfrm>
        </p:spPr>
        <p:txBody>
          <a:bodyPr/>
          <a:lstStyle/>
          <a:p>
            <a:pPr algn="ctr"/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085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453244"/>
            <a:ext cx="2949178" cy="135527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5009" y="1453245"/>
            <a:ext cx="4629150" cy="459535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808517"/>
            <a:ext cx="2949178" cy="32400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42CE-281D-9F44-8EB0-B3BFE55C4E68}" type="datetime1">
              <a:rPr lang="es-ES" smtClean="0"/>
              <a:t>17/09/2024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8CCE1D-DF23-6344-8752-DE92834DE29F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A551270-D9DA-C842-AF4C-EE4D0845E9EC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10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AC0F583A-C96B-214E-A03F-87B2627310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E7F45694-EC29-2E49-9D01-9939EBA77B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18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453244"/>
            <a:ext cx="2949178" cy="135527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5009" y="1453245"/>
            <a:ext cx="4629150" cy="459535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808517"/>
            <a:ext cx="2949178" cy="32400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42CE-281D-9F44-8EB0-B3BFE55C4E68}" type="datetime1">
              <a:rPr lang="es-ES" smtClean="0"/>
              <a:t>17/09/2024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pic>
        <p:nvPicPr>
          <p:cNvPr id="8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6EE83F1F-E29F-5F4B-8625-F9B099E629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A1AE8D-9B00-FE4B-8AF6-8538885107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76060"/>
            <a:ext cx="903514" cy="695146"/>
          </a:xfrm>
          <a:prstGeom prst="rect">
            <a:avLst/>
          </a:prstGeom>
        </p:spPr>
      </p:pic>
      <p:sp>
        <p:nvSpPr>
          <p:cNvPr id="10" name="Título 8">
            <a:extLst>
              <a:ext uri="{FF2B5EF4-FFF2-40B4-BE49-F238E27FC236}">
                <a16:creationId xmlns:a16="http://schemas.microsoft.com/office/drawing/2014/main" id="{C0EEAC5F-497B-554E-B283-BFA5CB3D97AE}"/>
              </a:ext>
            </a:extLst>
          </p:cNvPr>
          <p:cNvSpPr txBox="1">
            <a:spLocks/>
          </p:cNvSpPr>
          <p:nvPr userDrawn="1"/>
        </p:nvSpPr>
        <p:spPr>
          <a:xfrm>
            <a:off x="1068400" y="112505"/>
            <a:ext cx="6777292" cy="917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/>
              <a:t>Título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3141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55279"/>
            <a:ext cx="2949178" cy="13298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55278"/>
            <a:ext cx="4629150" cy="476793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55478"/>
            <a:ext cx="2949178" cy="316773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EF29-6643-4944-ADDB-3CC6FBACAFC8}" type="datetime1">
              <a:rPr lang="es-ES" smtClean="0"/>
              <a:t>17/09/2024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A5F98E-E532-164E-9390-B7E660395898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E7E22C8-31B4-E744-9BD6-982BACF0B34E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10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3F834DB4-1269-8F47-B945-E93B256C3D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E2450CC0-D8AF-3748-AC4C-107A5429E7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916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55279"/>
            <a:ext cx="2949178" cy="13298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55278"/>
            <a:ext cx="4629150" cy="476793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55478"/>
            <a:ext cx="2949178" cy="316773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EF29-6643-4944-ADDB-3CC6FBACAFC8}" type="datetime1">
              <a:rPr lang="es-ES" smtClean="0"/>
              <a:t>17/09/2024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pic>
        <p:nvPicPr>
          <p:cNvPr id="8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1E555811-0A1C-4640-92C1-706319EABF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E05FC5A-0D31-F248-9FF5-D465CB427B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86945"/>
            <a:ext cx="903514" cy="695146"/>
          </a:xfrm>
          <a:prstGeom prst="rect">
            <a:avLst/>
          </a:prstGeom>
        </p:spPr>
      </p:pic>
      <p:sp>
        <p:nvSpPr>
          <p:cNvPr id="10" name="Título 8">
            <a:extLst>
              <a:ext uri="{FF2B5EF4-FFF2-40B4-BE49-F238E27FC236}">
                <a16:creationId xmlns:a16="http://schemas.microsoft.com/office/drawing/2014/main" id="{58F06C59-5985-DF44-A66A-7AA87DAA48B7}"/>
              </a:ext>
            </a:extLst>
          </p:cNvPr>
          <p:cNvSpPr txBox="1">
            <a:spLocks/>
          </p:cNvSpPr>
          <p:nvPr userDrawn="1"/>
        </p:nvSpPr>
        <p:spPr>
          <a:xfrm>
            <a:off x="1068400" y="112505"/>
            <a:ext cx="6777292" cy="917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/>
              <a:t>Título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9657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F76F-60CD-7D4B-8ECE-18C6ED5DA1F4}" type="datetime1">
              <a:rPr lang="es-ES" smtClean="0"/>
              <a:t>17/09/2024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B9F562-26D5-7E42-AC92-3157E9215C85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0BA029-1824-9042-9AA0-2469E3EAC469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9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B8600204-AFF2-4847-8D8F-F21EE04B1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DBFBF890-0F52-7542-AAE4-ADF97365BA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170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3F76F-60CD-7D4B-8ECE-18C6ED5DA1F4}" type="datetime1">
              <a:rPr lang="es-ES" smtClean="0"/>
              <a:t>17/09/2024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B70E2124-38D2-8140-8ADD-A0120EF7EE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DB8E2DB-0713-EB45-A618-82735D1EB4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76060"/>
            <a:ext cx="903514" cy="69514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0CA22B38-BACE-8F44-B4BF-D746E6AD7DC7}"/>
              </a:ext>
            </a:extLst>
          </p:cNvPr>
          <p:cNvSpPr txBox="1">
            <a:spLocks/>
          </p:cNvSpPr>
          <p:nvPr userDrawn="1"/>
        </p:nvSpPr>
        <p:spPr>
          <a:xfrm>
            <a:off x="1068400" y="112505"/>
            <a:ext cx="6777292" cy="917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/>
              <a:t>Título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237532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24642"/>
            <a:ext cx="1971675" cy="49523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4643"/>
            <a:ext cx="5800725" cy="495232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0CD9-B31B-EF49-94CE-87B29006BF21}" type="datetime1">
              <a:rPr lang="es-ES" smtClean="0"/>
              <a:t>17/09/2024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DF94F5-DCB3-624A-903B-DE476DA4B18A}"/>
              </a:ext>
            </a:extLst>
          </p:cNvPr>
          <p:cNvSpPr txBox="1">
            <a:spLocks/>
          </p:cNvSpPr>
          <p:nvPr userDrawn="1"/>
        </p:nvSpPr>
        <p:spPr>
          <a:xfrm>
            <a:off x="2582635" y="215894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tx1"/>
                </a:solidFill>
              </a:rPr>
              <a:t>Universidad Politécnica de Madrid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08A18F-C5FA-C842-B2FC-B563903B2F58}"/>
              </a:ext>
            </a:extLst>
          </p:cNvPr>
          <p:cNvSpPr txBox="1">
            <a:spLocks/>
          </p:cNvSpPr>
          <p:nvPr userDrawn="1"/>
        </p:nvSpPr>
        <p:spPr>
          <a:xfrm>
            <a:off x="2582635" y="486379"/>
            <a:ext cx="3905250" cy="4027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656769"/>
                </a:solidFill>
              </a:rPr>
              <a:t>E. T. S. Ingeniería y Diseño Industrial</a:t>
            </a:r>
            <a:endParaRPr lang="en-US" sz="1800" dirty="0">
              <a:solidFill>
                <a:srgbClr val="656769"/>
              </a:solidFill>
            </a:endParaRPr>
          </a:p>
        </p:txBody>
      </p:sp>
      <p:pic>
        <p:nvPicPr>
          <p:cNvPr id="9" name="Picture 2" descr="http://www.upm.es/canalUPM/archivo/imagenes/logos/color/logocei.png">
            <a:extLst>
              <a:ext uri="{FF2B5EF4-FFF2-40B4-BE49-F238E27FC236}">
                <a16:creationId xmlns:a16="http://schemas.microsoft.com/office/drawing/2014/main" id="{818A681C-FEE6-594A-B9CB-8A12DAABF5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" y="-301957"/>
            <a:ext cx="1970099" cy="16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57F5AF86-E0E0-8741-BDF1-C243A2EE23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07" y="224090"/>
            <a:ext cx="1400788" cy="62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427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 (encabezado sim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24642"/>
            <a:ext cx="1971675" cy="49523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4643"/>
            <a:ext cx="5800725" cy="495232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0CD9-B31B-EF49-94CE-87B29006BF21}" type="datetime1">
              <a:rPr lang="es-ES" smtClean="0"/>
              <a:t>17/09/2024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Picture 4" descr="http://www.etsidi.upm.es/sfs/E.U.I.T.%20Industrial/ADMIN/IMAGENES/LOGOS%20act.NOV2014/LogoETSIDI-mediano.png">
            <a:extLst>
              <a:ext uri="{FF2B5EF4-FFF2-40B4-BE49-F238E27FC236}">
                <a16:creationId xmlns:a16="http://schemas.microsoft.com/office/drawing/2014/main" id="{FC05E6F1-A515-B746-BAFF-6B68550179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867" y="321315"/>
            <a:ext cx="1060886" cy="47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508C854-CA79-5747-80E1-0ACC5D761B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00" y="176060"/>
            <a:ext cx="903514" cy="695146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8B9A4CA6-3960-2740-91D9-2FDCE7817622}"/>
              </a:ext>
            </a:extLst>
          </p:cNvPr>
          <p:cNvSpPr txBox="1">
            <a:spLocks/>
          </p:cNvSpPr>
          <p:nvPr userDrawn="1"/>
        </p:nvSpPr>
        <p:spPr>
          <a:xfrm>
            <a:off x="1068400" y="112505"/>
            <a:ext cx="6777292" cy="9177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/>
              <a:t>Título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821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>
            <a:extLst>
              <a:ext uri="{FF2B5EF4-FFF2-40B4-BE49-F238E27FC236}">
                <a16:creationId xmlns:a16="http://schemas.microsoft.com/office/drawing/2014/main" id="{26B34E73-7A3A-9F4C-92C5-25A23E85D506}"/>
              </a:ext>
            </a:extLst>
          </p:cNvPr>
          <p:cNvPicPr/>
          <p:nvPr userDrawn="1"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46" y="6225950"/>
            <a:ext cx="9156246" cy="7108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168399"/>
            <a:ext cx="7886700" cy="1101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17776"/>
            <a:ext cx="7886700" cy="3759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643" y="650885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bg1"/>
                </a:solidFill>
              </a:defRPr>
            </a:lvl1pPr>
          </a:lstStyle>
          <a:p>
            <a:fld id="{1FA92369-F93C-2445-AC2C-7FF5640B8551}" type="datetime1">
              <a:rPr lang="es-ES" smtClean="0"/>
              <a:pPr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0885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46143" y="650885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59C5ADF-E1AA-1B44-878A-2B73B5F7050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6E706FC-6E4B-A046-8751-90A1B3B86795}"/>
              </a:ext>
            </a:extLst>
          </p:cNvPr>
          <p:cNvSpPr/>
          <p:nvPr userDrawn="1"/>
        </p:nvSpPr>
        <p:spPr>
          <a:xfrm>
            <a:off x="1" y="0"/>
            <a:ext cx="9144000" cy="10922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3000">
                <a:schemeClr val="bg1">
                  <a:lumMod val="7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1084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698" r:id="rId3"/>
    <p:sldLayoutId id="2147483709" r:id="rId4"/>
    <p:sldLayoutId id="2147483700" r:id="rId5"/>
    <p:sldLayoutId id="2147483710" r:id="rId6"/>
    <p:sldLayoutId id="2147483702" r:id="rId7"/>
    <p:sldLayoutId id="2147483711" r:id="rId8"/>
    <p:sldLayoutId id="2147483703" r:id="rId9"/>
    <p:sldLayoutId id="2147483712" r:id="rId10"/>
    <p:sldLayoutId id="2147483704" r:id="rId11"/>
    <p:sldLayoutId id="2147483713" r:id="rId12"/>
    <p:sldLayoutId id="2147483705" r:id="rId13"/>
    <p:sldLayoutId id="2147483714" r:id="rId14"/>
    <p:sldLayoutId id="2147483706" r:id="rId15"/>
    <p:sldLayoutId id="2147483715" r:id="rId16"/>
    <p:sldLayoutId id="2147483707" r:id="rId17"/>
    <p:sldLayoutId id="2147483716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0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9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809A10CE-3967-614F-A34A-DECDD970D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262" y="2056367"/>
            <a:ext cx="7115476" cy="19870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3000" dirty="0"/>
              <a:t>DESARROLLO DE MODELOS DE LA PROGRESIÓN DEL DECLIVE COGNITIVO EN PACIENTES CON LA ENFERMEDAD DEL PARKINSON MEDIANTE LEASPY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7D1DEC-3362-C53D-B7D1-D6C5B2616588}"/>
              </a:ext>
            </a:extLst>
          </p:cNvPr>
          <p:cNvSpPr txBox="1"/>
          <p:nvPr/>
        </p:nvSpPr>
        <p:spPr>
          <a:xfrm>
            <a:off x="3140781" y="4277196"/>
            <a:ext cx="4849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Raquel Roca Pereira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02AB4-EC7A-823F-EB4A-D3BDE6AD5097}"/>
              </a:ext>
            </a:extLst>
          </p:cNvPr>
          <p:cNvSpPr txBox="1"/>
          <p:nvPr/>
        </p:nvSpPr>
        <p:spPr>
          <a:xfrm>
            <a:off x="2210969" y="4967600"/>
            <a:ext cx="4722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Ingeniería Electrónica Industrial y Automática</a:t>
            </a:r>
            <a:endParaRPr lang="en-E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257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ÍNDICE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24A0B9-A184-BA4C-B8F7-F7F16822E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s-ES" dirty="0"/>
              <a:t>Introducción</a:t>
            </a:r>
          </a:p>
          <a:p>
            <a:pPr marL="457200" indent="-457200">
              <a:buAutoNum type="arabicPeriod"/>
            </a:pPr>
            <a:r>
              <a:rPr lang="es-ES" dirty="0"/>
              <a:t>Materiales</a:t>
            </a:r>
          </a:p>
          <a:p>
            <a:pPr marL="457200" indent="-457200">
              <a:buAutoNum type="arabicPeriod"/>
            </a:pPr>
            <a:r>
              <a:rPr lang="es-ES" dirty="0"/>
              <a:t>Métodos</a:t>
            </a:r>
          </a:p>
          <a:p>
            <a:pPr marL="457200" indent="-457200">
              <a:buAutoNum type="arabicPeriod"/>
            </a:pPr>
            <a:r>
              <a:rPr lang="es-ES" dirty="0"/>
              <a:t>Resultados</a:t>
            </a:r>
          </a:p>
          <a:p>
            <a:pPr marL="457200" indent="-457200">
              <a:buAutoNum type="arabicPeriod"/>
            </a:pPr>
            <a:r>
              <a:rPr lang="es-ES" dirty="0"/>
              <a:t>Conclusiones </a:t>
            </a:r>
          </a:p>
          <a:p>
            <a:pPr marL="457200" indent="-457200">
              <a:buAutoNum type="arabicPeriod"/>
            </a:pPr>
            <a:r>
              <a:rPr lang="es-ES" dirty="0"/>
              <a:t>Siguientes pasos</a:t>
            </a:r>
          </a:p>
          <a:p>
            <a:pPr marL="457200" indent="-457200">
              <a:buAutoNum type="arabicPeriod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1</a:t>
            </a:fld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794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2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1. Introducción</a:t>
            </a:r>
          </a:p>
        </p:txBody>
      </p:sp>
      <p:pic>
        <p:nvPicPr>
          <p:cNvPr id="7" name="Marcador de contenido 6" descr="Diagrama&#10;&#10;Descripción generada automáticamente">
            <a:extLst>
              <a:ext uri="{FF2B5EF4-FFF2-40B4-BE49-F238E27FC236}">
                <a16:creationId xmlns:a16="http://schemas.microsoft.com/office/drawing/2014/main" id="{F6FDAE27-8CD3-1DE9-B132-D92D3513D3C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600502" y="1836318"/>
            <a:ext cx="3864319" cy="3101039"/>
          </a:xfr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9" name="Imagen 8" descr="Diagrama&#10;&#10;Descripción generada automáticamente">
            <a:extLst>
              <a:ext uri="{FF2B5EF4-FFF2-40B4-BE49-F238E27FC236}">
                <a16:creationId xmlns:a16="http://schemas.microsoft.com/office/drawing/2014/main" id="{988CE99E-EF73-22BC-DD0B-9ADFB4322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788" y="1328468"/>
            <a:ext cx="3394710" cy="2058370"/>
          </a:xfrm>
          <a:prstGeom prst="rect">
            <a:avLst/>
          </a:prstGeom>
        </p:spPr>
      </p:pic>
      <p:pic>
        <p:nvPicPr>
          <p:cNvPr id="11" name="Imagen 10" descr="Una imagen de una luz verde&#10;&#10;Descripción generada automáticamente con confianza baja">
            <a:extLst>
              <a:ext uri="{FF2B5EF4-FFF2-40B4-BE49-F238E27FC236}">
                <a16:creationId xmlns:a16="http://schemas.microsoft.com/office/drawing/2014/main" id="{C5B84FC0-E2FD-FF38-312B-C33DEA991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538" y="3789792"/>
            <a:ext cx="2967209" cy="226292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D74AE27-A262-67D6-102C-654321039FE3}"/>
              </a:ext>
            </a:extLst>
          </p:cNvPr>
          <p:cNvSpPr txBox="1"/>
          <p:nvPr/>
        </p:nvSpPr>
        <p:spPr>
          <a:xfrm>
            <a:off x="600503" y="4825777"/>
            <a:ext cx="3864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1: Comparación de la transferencia dopaminérgica entre una neurona sana y una afectada por la enfermedad de Parkinson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457C64-D10F-F707-DE82-6EC4624FD1B2}"/>
              </a:ext>
            </a:extLst>
          </p:cNvPr>
          <p:cNvSpPr txBox="1"/>
          <p:nvPr/>
        </p:nvSpPr>
        <p:spPr>
          <a:xfrm>
            <a:off x="4913983" y="3309310"/>
            <a:ext cx="3864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2: Etapas de la enfermedad de Parkinson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43A352E-1AC2-E4E1-AE02-27E32B023FEB}"/>
              </a:ext>
            </a:extLst>
          </p:cNvPr>
          <p:cNvSpPr txBox="1"/>
          <p:nvPr/>
        </p:nvSpPr>
        <p:spPr>
          <a:xfrm>
            <a:off x="5213734" y="6052720"/>
            <a:ext cx="3264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3: Imágenes cerebrales de la evolución de un sujeto con Parkinson</a:t>
            </a:r>
          </a:p>
        </p:txBody>
      </p:sp>
    </p:spTree>
    <p:extLst>
      <p:ext uri="{BB962C8B-B14F-4D97-AF65-F5344CB8AC3E}">
        <p14:creationId xmlns:p14="http://schemas.microsoft.com/office/powerpoint/2010/main" val="1527172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3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/>
              <a:t>1. Introducción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6" name="Imagen 5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17CF220C-0AE8-16FE-96DC-C0915437A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472" y="1187494"/>
            <a:ext cx="5617029" cy="513000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02CA658-E9AC-0554-AD05-E48986C5E4CF}"/>
              </a:ext>
            </a:extLst>
          </p:cNvPr>
          <p:cNvSpPr txBox="1"/>
          <p:nvPr/>
        </p:nvSpPr>
        <p:spPr>
          <a:xfrm>
            <a:off x="263236" y="2921168"/>
            <a:ext cx="2985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REGISTRO DE CASOS DE PARKINSON EN ESPAÑA (2011-2022)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92C8FA-EB52-117A-DFFF-B2CADE1B8278}"/>
              </a:ext>
            </a:extLst>
          </p:cNvPr>
          <p:cNvSpPr txBox="1"/>
          <p:nvPr/>
        </p:nvSpPr>
        <p:spPr>
          <a:xfrm>
            <a:off x="4457046" y="5988723"/>
            <a:ext cx="3864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4: Registro de casos de Parkinson en España entre 2011 y 2022. Fuente: Statista</a:t>
            </a:r>
          </a:p>
        </p:txBody>
      </p:sp>
    </p:spTree>
    <p:extLst>
      <p:ext uri="{BB962C8B-B14F-4D97-AF65-F5344CB8AC3E}">
        <p14:creationId xmlns:p14="http://schemas.microsoft.com/office/powerpoint/2010/main" val="182666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4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2. Materiales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7" name="Imagen 6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FDFAB71F-CDA7-C5BF-6465-61C0FB7D9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60" y="2269612"/>
            <a:ext cx="2366517" cy="917763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A42951EC-0523-6F21-31C1-5ADD12A4E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022" y="2226982"/>
            <a:ext cx="1565322" cy="1003022"/>
          </a:xfrm>
          <a:prstGeom prst="rect">
            <a:avLst/>
          </a:prstGeom>
        </p:spPr>
      </p:pic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2AE39CA-B5F0-1780-D6B7-121DBDB8C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8752" y="2132378"/>
            <a:ext cx="2308594" cy="1154297"/>
          </a:xfrm>
          <a:prstGeom prst="rect">
            <a:avLst/>
          </a:prstGeom>
        </p:spPr>
      </p:pic>
      <p:pic>
        <p:nvPicPr>
          <p:cNvPr id="6" name="Imagen 5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645F69A1-BF45-029F-BCCC-789804A41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7819" y="3778562"/>
            <a:ext cx="2324363" cy="1546758"/>
          </a:xfrm>
          <a:prstGeom prst="rect">
            <a:avLst/>
          </a:prstGeom>
        </p:spPr>
      </p:pic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1D2A87F5-6FE7-E2C5-BFF5-98E8D761B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804" y="4335076"/>
            <a:ext cx="1651942" cy="433729"/>
          </a:xfrm>
          <a:prstGeom prst="rect">
            <a:avLst/>
          </a:prstGeom>
        </p:spPr>
      </p:pic>
      <p:pic>
        <p:nvPicPr>
          <p:cNvPr id="15" name="Imagen 14" descr="Logotipo&#10;&#10;Descripción generada automáticamente">
            <a:extLst>
              <a:ext uri="{FF2B5EF4-FFF2-40B4-BE49-F238E27FC236}">
                <a16:creationId xmlns:a16="http://schemas.microsoft.com/office/drawing/2014/main" id="{B6340C26-90AB-6505-D0AB-5167856566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967" y="4076313"/>
            <a:ext cx="914230" cy="905713"/>
          </a:xfrm>
          <a:prstGeom prst="rect">
            <a:avLst/>
          </a:prstGeom>
        </p:spPr>
      </p:pic>
      <p:pic>
        <p:nvPicPr>
          <p:cNvPr id="17" name="Imagen 1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397C2FB-EA7F-D904-CC19-D754CF0CB6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5368" y="3797237"/>
            <a:ext cx="1546758" cy="154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57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5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3. Métodos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59664"/>
            <a:ext cx="4363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3.1. Análisis al inicio del estudio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52536E8-D996-C359-97BF-C4A391BFC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999789"/>
              </p:ext>
            </p:extLst>
          </p:nvPr>
        </p:nvGraphicFramePr>
        <p:xfrm>
          <a:off x="4631889" y="1967535"/>
          <a:ext cx="3753853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2607">
                  <a:extLst>
                    <a:ext uri="{9D8B030D-6E8A-4147-A177-3AD203B41FA5}">
                      <a16:colId xmlns:a16="http://schemas.microsoft.com/office/drawing/2014/main" val="2829792865"/>
                    </a:ext>
                  </a:extLst>
                </a:gridCol>
                <a:gridCol w="1415623">
                  <a:extLst>
                    <a:ext uri="{9D8B030D-6E8A-4147-A177-3AD203B41FA5}">
                      <a16:colId xmlns:a16="http://schemas.microsoft.com/office/drawing/2014/main" val="163941164"/>
                    </a:ext>
                  </a:extLst>
                </a:gridCol>
                <a:gridCol w="1415623">
                  <a:extLst>
                    <a:ext uri="{9D8B030D-6E8A-4147-A177-3AD203B41FA5}">
                      <a16:colId xmlns:a16="http://schemas.microsoft.com/office/drawing/2014/main" val="1176701230"/>
                    </a:ext>
                  </a:extLst>
                </a:gridCol>
              </a:tblGrid>
              <a:tr h="249232">
                <a:tc gridSpan="3">
                  <a:txBody>
                    <a:bodyPr/>
                    <a:lstStyle/>
                    <a:p>
                      <a:r>
                        <a:rPr lang="es-ES" dirty="0"/>
                        <a:t>CLASIFICACION PRINCIPAL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984707"/>
                  </a:ext>
                </a:extLst>
              </a:tr>
              <a:tr h="249232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Nº</a:t>
                      </a:r>
                      <a:r>
                        <a:rPr lang="es-ES" dirty="0"/>
                        <a:t> Pacientes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Porcentaje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079707"/>
                  </a:ext>
                </a:extLst>
              </a:tr>
              <a:tr h="249232">
                <a:tc>
                  <a:txBody>
                    <a:bodyPr/>
                    <a:lstStyle/>
                    <a:p>
                      <a:r>
                        <a:rPr lang="es-ES" dirty="0"/>
                        <a:t>TOTAL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238040"/>
                  </a:ext>
                </a:extLst>
              </a:tr>
              <a:tr h="249232">
                <a:tc>
                  <a:txBody>
                    <a:bodyPr/>
                    <a:lstStyle/>
                    <a:p>
                      <a:r>
                        <a:rPr lang="es-ES" dirty="0"/>
                        <a:t>PD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61,9%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634966"/>
                  </a:ext>
                </a:extLst>
              </a:tr>
              <a:tr h="264161">
                <a:tc>
                  <a:txBody>
                    <a:bodyPr/>
                    <a:lstStyle/>
                    <a:p>
                      <a:r>
                        <a:rPr lang="es-ES" dirty="0"/>
                        <a:t>HC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28,7%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75168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85B0E3ED-72BE-0684-5C71-0B68C734D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230899"/>
              </p:ext>
            </p:extLst>
          </p:nvPr>
        </p:nvGraphicFramePr>
        <p:xfrm>
          <a:off x="4631888" y="4127222"/>
          <a:ext cx="3753853" cy="148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2607">
                  <a:extLst>
                    <a:ext uri="{9D8B030D-6E8A-4147-A177-3AD203B41FA5}">
                      <a16:colId xmlns:a16="http://schemas.microsoft.com/office/drawing/2014/main" val="2204502668"/>
                    </a:ext>
                  </a:extLst>
                </a:gridCol>
                <a:gridCol w="1415623">
                  <a:extLst>
                    <a:ext uri="{9D8B030D-6E8A-4147-A177-3AD203B41FA5}">
                      <a16:colId xmlns:a16="http://schemas.microsoft.com/office/drawing/2014/main" val="2993149276"/>
                    </a:ext>
                  </a:extLst>
                </a:gridCol>
                <a:gridCol w="1415623">
                  <a:extLst>
                    <a:ext uri="{9D8B030D-6E8A-4147-A177-3AD203B41FA5}">
                      <a16:colId xmlns:a16="http://schemas.microsoft.com/office/drawing/2014/main" val="4285243395"/>
                    </a:ext>
                  </a:extLst>
                </a:gridCol>
              </a:tblGrid>
              <a:tr h="289505">
                <a:tc gridSpan="3"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s-E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SUBCLASIFICACIÓN GRUPO PD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s-E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s-E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120540"/>
                  </a:ext>
                </a:extLst>
              </a:tr>
              <a:tr h="249232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endParaRPr lang="es-ES" sz="13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s-ES" sz="13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Nº</a:t>
                      </a:r>
                      <a:r>
                        <a:rPr lang="es-E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Pacientes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s-E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Porcentaje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931502"/>
                  </a:ext>
                </a:extLst>
              </a:tr>
              <a:tr h="249232">
                <a:tc>
                  <a:txBody>
                    <a:bodyPr/>
                    <a:lstStyle/>
                    <a:p>
                      <a:r>
                        <a:rPr lang="es-ES" dirty="0"/>
                        <a:t>PD-CU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47,3%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277206"/>
                  </a:ext>
                </a:extLst>
              </a:tr>
              <a:tr h="249232">
                <a:tc>
                  <a:txBody>
                    <a:bodyPr/>
                    <a:lstStyle/>
                    <a:p>
                      <a:r>
                        <a:rPr lang="es-ES" dirty="0"/>
                        <a:t>PD-MCI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12,2%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836366"/>
                  </a:ext>
                </a:extLst>
              </a:tr>
              <a:tr h="249232">
                <a:tc>
                  <a:txBody>
                    <a:bodyPr/>
                    <a:lstStyle/>
                    <a:p>
                      <a:r>
                        <a:rPr lang="es-ES" dirty="0"/>
                        <a:t>PDD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994909"/>
                  </a:ext>
                </a:extLst>
              </a:tr>
            </a:tbl>
          </a:graphicData>
        </a:graphic>
      </p:graphicFrame>
      <p:pic>
        <p:nvPicPr>
          <p:cNvPr id="13" name="Imagen 12" descr="Diagrama&#10;&#10;Descripción generada automáticamente">
            <a:extLst>
              <a:ext uri="{FF2B5EF4-FFF2-40B4-BE49-F238E27FC236}">
                <a16:creationId xmlns:a16="http://schemas.microsoft.com/office/drawing/2014/main" id="{EFC37CE7-52EA-269D-DF6E-279B4357C3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059" t="17471" r="17424" b="20380"/>
          <a:stretch/>
        </p:blipFill>
        <p:spPr>
          <a:xfrm>
            <a:off x="447967" y="1967535"/>
            <a:ext cx="3493365" cy="2309081"/>
          </a:xfrm>
          <a:prstGeom prst="rect">
            <a:avLst/>
          </a:prstGeom>
        </p:spPr>
      </p:pic>
      <p:sp>
        <p:nvSpPr>
          <p:cNvPr id="14" name="Elipse 13">
            <a:extLst>
              <a:ext uri="{FF2B5EF4-FFF2-40B4-BE49-F238E27FC236}">
                <a16:creationId xmlns:a16="http://schemas.microsoft.com/office/drawing/2014/main" id="{B8CEDB92-9F59-82AA-AB89-A6D4D5168472}"/>
              </a:ext>
            </a:extLst>
          </p:cNvPr>
          <p:cNvSpPr/>
          <p:nvPr/>
        </p:nvSpPr>
        <p:spPr>
          <a:xfrm>
            <a:off x="2498031" y="3388261"/>
            <a:ext cx="1192386" cy="83373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Abrir llave 14">
            <a:extLst>
              <a:ext uri="{FF2B5EF4-FFF2-40B4-BE49-F238E27FC236}">
                <a16:creationId xmlns:a16="http://schemas.microsoft.com/office/drawing/2014/main" id="{FD723134-3848-F2A6-D37A-7FE8254EC837}"/>
              </a:ext>
            </a:extLst>
          </p:cNvPr>
          <p:cNvSpPr/>
          <p:nvPr/>
        </p:nvSpPr>
        <p:spPr>
          <a:xfrm>
            <a:off x="2471034" y="4939131"/>
            <a:ext cx="186266" cy="877477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3518D6C-7656-8CDA-401D-772BC18436C5}"/>
              </a:ext>
            </a:extLst>
          </p:cNvPr>
          <p:cNvSpPr txBox="1"/>
          <p:nvPr/>
        </p:nvSpPr>
        <p:spPr>
          <a:xfrm>
            <a:off x="2640923" y="4893278"/>
            <a:ext cx="1083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P-valor</a:t>
            </a:r>
          </a:p>
          <a:p>
            <a:endParaRPr lang="es-ES" dirty="0"/>
          </a:p>
          <a:p>
            <a:r>
              <a:rPr lang="es-ES" dirty="0" err="1"/>
              <a:t>Post-hoc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D593B39-7D97-EA0E-400B-4944705C8A0F}"/>
              </a:ext>
            </a:extLst>
          </p:cNvPr>
          <p:cNvSpPr txBox="1"/>
          <p:nvPr/>
        </p:nvSpPr>
        <p:spPr>
          <a:xfrm>
            <a:off x="1131454" y="5093333"/>
            <a:ext cx="203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RELEVANCIA ESTADÍSTICA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7A564E-5653-07D6-6473-BFCAE5CC53C2}"/>
              </a:ext>
            </a:extLst>
          </p:cNvPr>
          <p:cNvSpPr txBox="1"/>
          <p:nvPr/>
        </p:nvSpPr>
        <p:spPr>
          <a:xfrm>
            <a:off x="4521423" y="3509100"/>
            <a:ext cx="38643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6: Clasificación del total de los pacientes de la cohorte de PPMI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403C3B-2ACC-F492-B894-06AB3F6468E9}"/>
              </a:ext>
            </a:extLst>
          </p:cNvPr>
          <p:cNvSpPr txBox="1"/>
          <p:nvPr/>
        </p:nvSpPr>
        <p:spPr>
          <a:xfrm>
            <a:off x="4572000" y="5639415"/>
            <a:ext cx="3864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7: Clasificación de los pacientes con Parkinson en función del avance de la enfermedad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DACE3F-4FDD-7BCA-4F2B-1242D770B49A}"/>
              </a:ext>
            </a:extLst>
          </p:cNvPr>
          <p:cNvSpPr txBox="1"/>
          <p:nvPr/>
        </p:nvSpPr>
        <p:spPr>
          <a:xfrm>
            <a:off x="854195" y="4296238"/>
            <a:ext cx="3287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5:  Métodos estadísticos</a:t>
            </a:r>
          </a:p>
        </p:txBody>
      </p:sp>
    </p:spTree>
    <p:extLst>
      <p:ext uri="{BB962C8B-B14F-4D97-AF65-F5344CB8AC3E}">
        <p14:creationId xmlns:p14="http://schemas.microsoft.com/office/powerpoint/2010/main" val="279944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6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3. Métodos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59664"/>
            <a:ext cx="716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3.2. Modelos de Progresión de la Enfermedad (</a:t>
            </a:r>
            <a:r>
              <a:rPr lang="es-ES" sz="2400" dirty="0" err="1"/>
              <a:t>DPMs</a:t>
            </a:r>
            <a:r>
              <a:rPr lang="es-ES" sz="2400" dirty="0"/>
              <a:t>)</a:t>
            </a:r>
          </a:p>
        </p:txBody>
      </p:sp>
      <p:graphicFrame>
        <p:nvGraphicFramePr>
          <p:cNvPr id="11" name="Diagrama 10">
            <a:extLst>
              <a:ext uri="{FF2B5EF4-FFF2-40B4-BE49-F238E27FC236}">
                <a16:creationId xmlns:a16="http://schemas.microsoft.com/office/drawing/2014/main" id="{E31CA0D5-C251-233D-294B-9B382449DF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0230986"/>
              </p:ext>
            </p:extLst>
          </p:nvPr>
        </p:nvGraphicFramePr>
        <p:xfrm>
          <a:off x="370097" y="2264181"/>
          <a:ext cx="8403805" cy="3755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Gráfico 12" descr="Insignia 1 con relleno sólido">
            <a:extLst>
              <a:ext uri="{FF2B5EF4-FFF2-40B4-BE49-F238E27FC236}">
                <a16:creationId xmlns:a16="http://schemas.microsoft.com/office/drawing/2014/main" id="{97A781A3-0991-8C8A-9299-2E275D461D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9564" y="1696210"/>
            <a:ext cx="508602" cy="508602"/>
          </a:xfrm>
          <a:prstGeom prst="rect">
            <a:avLst/>
          </a:prstGeom>
        </p:spPr>
      </p:pic>
      <p:pic>
        <p:nvPicPr>
          <p:cNvPr id="15" name="Gráfico 14" descr="Insignia con relleno sólido">
            <a:extLst>
              <a:ext uri="{FF2B5EF4-FFF2-40B4-BE49-F238E27FC236}">
                <a16:creationId xmlns:a16="http://schemas.microsoft.com/office/drawing/2014/main" id="{0955CAFA-4CB6-AAA6-8963-E17C8F99E1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02531" y="1696210"/>
            <a:ext cx="509029" cy="509029"/>
          </a:xfrm>
          <a:prstGeom prst="rect">
            <a:avLst/>
          </a:prstGeom>
        </p:spPr>
      </p:pic>
      <p:pic>
        <p:nvPicPr>
          <p:cNvPr id="17" name="Gráfico 16" descr="Insignia 3 con relleno sólido">
            <a:extLst>
              <a:ext uri="{FF2B5EF4-FFF2-40B4-BE49-F238E27FC236}">
                <a16:creationId xmlns:a16="http://schemas.microsoft.com/office/drawing/2014/main" id="{74D01AF2-53E8-D8AD-13C0-C77595EC7A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46143" y="1713678"/>
            <a:ext cx="509029" cy="50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10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894D-3A93-AA10-EF8E-50033654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48530BD-75E6-E2B9-B544-E9FFE6001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7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E2203AE-D892-0425-8400-2978B2DA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3. Métodos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3CA0F9C-9A8B-08C0-19A8-25EE91619DA4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E32B98-551F-7860-CEA2-7A721EAA72CB}"/>
              </a:ext>
            </a:extLst>
          </p:cNvPr>
          <p:cNvSpPr txBox="1"/>
          <p:nvPr/>
        </p:nvSpPr>
        <p:spPr>
          <a:xfrm>
            <a:off x="447967" y="1259664"/>
            <a:ext cx="716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3.2. Modelos de Progresión de la Enfermedad (</a:t>
            </a:r>
            <a:r>
              <a:rPr lang="es-ES" sz="2400" dirty="0" err="1"/>
              <a:t>DPMs</a:t>
            </a:r>
            <a:r>
              <a:rPr lang="es-ES" sz="2400" dirty="0"/>
              <a:t>)</a:t>
            </a:r>
          </a:p>
        </p:txBody>
      </p:sp>
      <p:pic>
        <p:nvPicPr>
          <p:cNvPr id="9" name="Imagen 8" descr="Gráfico, Diagrama, Gráfico de líneas&#10;&#10;Descripción generada automáticamente">
            <a:extLst>
              <a:ext uri="{FF2B5EF4-FFF2-40B4-BE49-F238E27FC236}">
                <a16:creationId xmlns:a16="http://schemas.microsoft.com/office/drawing/2014/main" id="{AE8B3451-5F52-B4FA-7577-F370AF347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237" y="2288853"/>
            <a:ext cx="5511950" cy="359490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08E659B-52D2-502D-3813-DB8964D74C26}"/>
              </a:ext>
            </a:extLst>
          </p:cNvPr>
          <p:cNvSpPr txBox="1"/>
          <p:nvPr/>
        </p:nvSpPr>
        <p:spPr>
          <a:xfrm>
            <a:off x="678233" y="1788614"/>
            <a:ext cx="3033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u="sng" dirty="0"/>
              <a:t>Trayectoria </a:t>
            </a:r>
            <a:r>
              <a:rPr lang="es-ES" sz="2000" i="1" u="sng" dirty="0"/>
              <a:t>Long-</a:t>
            </a:r>
            <a:r>
              <a:rPr lang="es-ES" sz="2000" i="1" u="sng" dirty="0" err="1"/>
              <a:t>term</a:t>
            </a:r>
            <a:r>
              <a:rPr lang="es-ES" sz="2000" i="1" u="sng" dirty="0"/>
              <a:t>:</a:t>
            </a:r>
            <a:r>
              <a:rPr lang="es-ES" sz="2000" u="sng" dirty="0"/>
              <a:t> </a:t>
            </a:r>
            <a:endParaRPr lang="es-ES" sz="20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6A40132-E3EE-2B86-1BEA-318E96B15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485071"/>
              </p:ext>
            </p:extLst>
          </p:nvPr>
        </p:nvGraphicFramePr>
        <p:xfrm>
          <a:off x="678233" y="2490552"/>
          <a:ext cx="1909369" cy="1897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84404">
                  <a:extLst>
                    <a:ext uri="{9D8B030D-6E8A-4147-A177-3AD203B41FA5}">
                      <a16:colId xmlns:a16="http://schemas.microsoft.com/office/drawing/2014/main" val="942334088"/>
                    </a:ext>
                  </a:extLst>
                </a:gridCol>
                <a:gridCol w="1324965">
                  <a:extLst>
                    <a:ext uri="{9D8B030D-6E8A-4147-A177-3AD203B41FA5}">
                      <a16:colId xmlns:a16="http://schemas.microsoft.com/office/drawing/2014/main" val="1456961527"/>
                    </a:ext>
                  </a:extLst>
                </a:gridCol>
              </a:tblGrid>
              <a:tr h="580558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PARÁMETROS CALIBRACIÓN</a:t>
                      </a:r>
                    </a:p>
                    <a:p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891243"/>
                  </a:ext>
                </a:extLst>
              </a:tr>
              <a:tr h="268890">
                <a:tc>
                  <a:txBody>
                    <a:bodyPr/>
                    <a:lstStyle/>
                    <a:p>
                      <a:r>
                        <a:rPr lang="es-ES" sz="1600" b="1" dirty="0" err="1"/>
                        <a:t>tk</a:t>
                      </a:r>
                      <a:endParaRPr lang="es-ES" sz="16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Edad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70928"/>
                  </a:ext>
                </a:extLst>
              </a:tr>
              <a:tr h="403335">
                <a:tc>
                  <a:txBody>
                    <a:bodyPr/>
                    <a:lstStyle/>
                    <a:p>
                      <a:r>
                        <a:rPr lang="es-ES" sz="1600" b="1" dirty="0" err="1"/>
                        <a:t>pk</a:t>
                      </a:r>
                      <a:endParaRPr lang="es-ES" sz="16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Valor normalizado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85195"/>
                  </a:ext>
                </a:extLst>
              </a:tr>
              <a:tr h="268890">
                <a:tc>
                  <a:txBody>
                    <a:bodyPr/>
                    <a:lstStyle/>
                    <a:p>
                      <a:r>
                        <a:rPr lang="es-ES" sz="1600" b="1" dirty="0" err="1"/>
                        <a:t>vk</a:t>
                      </a:r>
                      <a:endParaRPr lang="es-ES" sz="16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Velocidad 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518883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CCD3E360-C69C-DCCA-74F0-AD611D864D21}"/>
              </a:ext>
            </a:extLst>
          </p:cNvPr>
          <p:cNvSpPr txBox="1"/>
          <p:nvPr/>
        </p:nvSpPr>
        <p:spPr>
          <a:xfrm>
            <a:off x="3374967" y="5879839"/>
            <a:ext cx="543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s-ES" sz="1000" i="1" dirty="0"/>
              <a:t> Fig. 8: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Learning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disease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progression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models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with longitudinal data and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missing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values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. R.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Couronne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M.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Vidailhet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JC.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Corvol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S.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Lehéricy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, S. </a:t>
            </a:r>
            <a:r>
              <a:rPr lang="es-ES" sz="1000" b="0" i="1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Durrleman</a:t>
            </a:r>
            <a:r>
              <a:rPr lang="es-ES" sz="1000" b="0" i="1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. ISBI, April 2019</a:t>
            </a:r>
            <a:endParaRPr lang="en-US" sz="1000" i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3BDBF0-32D8-FC1B-4D24-04B825B54454}"/>
              </a:ext>
            </a:extLst>
          </p:cNvPr>
          <p:cNvCxnSpPr>
            <a:cxnSpLocks/>
          </p:cNvCxnSpPr>
          <p:nvPr/>
        </p:nvCxnSpPr>
        <p:spPr>
          <a:xfrm>
            <a:off x="3428999" y="2288853"/>
            <a:ext cx="0" cy="33076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88B2AA-EE2D-7767-8AA8-A1C29567CEF9}"/>
              </a:ext>
            </a:extLst>
          </p:cNvPr>
          <p:cNvCxnSpPr>
            <a:cxnSpLocks/>
          </p:cNvCxnSpPr>
          <p:nvPr/>
        </p:nvCxnSpPr>
        <p:spPr>
          <a:xfrm flipH="1">
            <a:off x="3428999" y="5596466"/>
            <a:ext cx="51971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839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8ED8D-6A4B-D48F-E599-4E6A57A4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673B9C3-A2F2-84D4-59A8-852F22EAF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8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5D8DB4B-A9E7-2F75-BED2-F92D0CA6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3. Métodos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ACDE48-78E5-180F-FAAF-3961F0803819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FD8270-02B6-6371-4DD3-95661C923324}"/>
              </a:ext>
            </a:extLst>
          </p:cNvPr>
          <p:cNvSpPr txBox="1"/>
          <p:nvPr/>
        </p:nvSpPr>
        <p:spPr>
          <a:xfrm>
            <a:off x="447967" y="1259664"/>
            <a:ext cx="716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3.2. Modelos de Progresión de la Enfermedad (</a:t>
            </a:r>
            <a:r>
              <a:rPr lang="es-ES" sz="2400" dirty="0" err="1"/>
              <a:t>DPMs</a:t>
            </a:r>
            <a:r>
              <a:rPr lang="es-ES" sz="2400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6F7CBF8-7E85-ED82-80B4-EF2DC25A81C0}"/>
              </a:ext>
            </a:extLst>
          </p:cNvPr>
          <p:cNvSpPr txBox="1"/>
          <p:nvPr/>
        </p:nvSpPr>
        <p:spPr>
          <a:xfrm>
            <a:off x="678233" y="1788614"/>
            <a:ext cx="3078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u="sng" dirty="0"/>
              <a:t>Trayectoria </a:t>
            </a:r>
            <a:r>
              <a:rPr lang="es-ES" sz="2000" i="1" u="sng" dirty="0"/>
              <a:t>Short-</a:t>
            </a:r>
            <a:r>
              <a:rPr lang="es-ES" sz="2000" i="1" u="sng" dirty="0" err="1"/>
              <a:t>term</a:t>
            </a:r>
            <a:r>
              <a:rPr lang="es-ES" sz="2000" i="1" u="sng" dirty="0"/>
              <a:t>: </a:t>
            </a:r>
            <a:endParaRPr lang="es-ES" sz="2000" i="1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0F577CF-3E9C-FA08-9A8F-A19A7FEF3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94834"/>
              </p:ext>
            </p:extLst>
          </p:nvPr>
        </p:nvGraphicFramePr>
        <p:xfrm>
          <a:off x="5083904" y="1854269"/>
          <a:ext cx="3524477" cy="1516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4488">
                  <a:extLst>
                    <a:ext uri="{9D8B030D-6E8A-4147-A177-3AD203B41FA5}">
                      <a16:colId xmlns:a16="http://schemas.microsoft.com/office/drawing/2014/main" val="942334088"/>
                    </a:ext>
                  </a:extLst>
                </a:gridCol>
                <a:gridCol w="3019989">
                  <a:extLst>
                    <a:ext uri="{9D8B030D-6E8A-4147-A177-3AD203B41FA5}">
                      <a16:colId xmlns:a16="http://schemas.microsoft.com/office/drawing/2014/main" val="1456961527"/>
                    </a:ext>
                  </a:extLst>
                </a:gridCol>
              </a:tblGrid>
              <a:tr h="425167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PARÁMETROS PERSONALIZACIÓN</a:t>
                      </a:r>
                    </a:p>
                    <a:p>
                      <a:endParaRPr lang="es-E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891243"/>
                  </a:ext>
                </a:extLst>
              </a:tr>
              <a:tr h="279214">
                <a:tc>
                  <a:txBody>
                    <a:bodyPr/>
                    <a:lstStyle/>
                    <a:p>
                      <a:r>
                        <a:rPr lang="el-GR" sz="1600" b="1" dirty="0"/>
                        <a:t>τ</a:t>
                      </a:r>
                      <a:r>
                        <a:rPr lang="es-ES" sz="1600" b="1" dirty="0"/>
                        <a:t>i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Reserva cognitiva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70928"/>
                  </a:ext>
                </a:extLst>
              </a:tr>
              <a:tr h="279214">
                <a:tc>
                  <a:txBody>
                    <a:bodyPr/>
                    <a:lstStyle/>
                    <a:p>
                      <a:r>
                        <a:rPr lang="el-GR" sz="1600" b="1" dirty="0"/>
                        <a:t>α</a:t>
                      </a:r>
                      <a:r>
                        <a:rPr lang="es-ES" sz="1600" b="1" dirty="0"/>
                        <a:t>i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Factor de aceleración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85195"/>
                  </a:ext>
                </a:extLst>
              </a:tr>
              <a:tr h="279214">
                <a:tc>
                  <a:txBody>
                    <a:bodyPr/>
                    <a:lstStyle/>
                    <a:p>
                      <a:r>
                        <a:rPr lang="es-ES" sz="1600" b="1" dirty="0" err="1"/>
                        <a:t>wk</a:t>
                      </a:r>
                      <a:endParaRPr lang="es-ES" sz="1600" b="1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Espacio entre marcadores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518883"/>
                  </a:ext>
                </a:extLst>
              </a:tr>
            </a:tbl>
          </a:graphicData>
        </a:graphic>
      </p:graphicFrame>
      <p:pic>
        <p:nvPicPr>
          <p:cNvPr id="7" name="Imagen 6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1082B7CA-0F98-44AE-A7E1-FE81E624A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69" y="3671235"/>
            <a:ext cx="8325261" cy="230040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3CB4DDF-BE8B-9EBE-F611-4BE58E2E175B}"/>
              </a:ext>
            </a:extLst>
          </p:cNvPr>
          <p:cNvSpPr txBox="1"/>
          <p:nvPr/>
        </p:nvSpPr>
        <p:spPr>
          <a:xfrm>
            <a:off x="447967" y="5803495"/>
            <a:ext cx="82866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9: Obtención de la curva a corto plazo mediante la personalización con el entorno </a:t>
            </a:r>
            <a:r>
              <a:rPr lang="es-ES" sz="1000" i="1" dirty="0" err="1"/>
              <a:t>Leaspy</a:t>
            </a:r>
            <a:r>
              <a:rPr lang="es-ES" sz="1000" i="1" dirty="0"/>
              <a:t>. Fuente: </a:t>
            </a:r>
            <a:r>
              <a:rPr lang="es-ES" sz="1000" i="1" dirty="0" err="1"/>
              <a:t>Leaspy</a:t>
            </a:r>
            <a:endParaRPr lang="es-ES" sz="1000" i="1" dirty="0"/>
          </a:p>
        </p:txBody>
      </p:sp>
    </p:spTree>
    <p:extLst>
      <p:ext uri="{BB962C8B-B14F-4D97-AF65-F5344CB8AC3E}">
        <p14:creationId xmlns:p14="http://schemas.microsoft.com/office/powerpoint/2010/main" val="3337599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99BF-7006-BC3E-BB78-BED8F766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37869E-C9EA-8B9B-CB00-2A86756C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9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64202B-53B2-5D61-F642-67E43C80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3. Métodos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2AB5D0-1D61-0E08-5416-30CF71894BB4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CE118C-7C21-1340-6C22-8A68BAEFDE6C}"/>
              </a:ext>
            </a:extLst>
          </p:cNvPr>
          <p:cNvSpPr txBox="1"/>
          <p:nvPr/>
        </p:nvSpPr>
        <p:spPr>
          <a:xfrm>
            <a:off x="447967" y="1259664"/>
            <a:ext cx="716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3.2. Modelos de Progresión de la Enfermedad (</a:t>
            </a:r>
            <a:r>
              <a:rPr lang="es-ES" sz="2400" dirty="0" err="1"/>
              <a:t>DPMs</a:t>
            </a:r>
            <a:r>
              <a:rPr lang="es-ES" sz="2400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379ADD1-A40F-F6BF-B76C-7BE87343DB05}"/>
              </a:ext>
            </a:extLst>
          </p:cNvPr>
          <p:cNvSpPr txBox="1"/>
          <p:nvPr/>
        </p:nvSpPr>
        <p:spPr>
          <a:xfrm>
            <a:off x="678233" y="1788614"/>
            <a:ext cx="1934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u="sng" dirty="0"/>
              <a:t>Prestaciones:</a:t>
            </a:r>
            <a:endParaRPr lang="es-ES" sz="2000" i="1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5AC4695E-8D36-26FE-7EBC-E2DF4623C1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09115"/>
              </p:ext>
            </p:extLst>
          </p:nvPr>
        </p:nvGraphicFramePr>
        <p:xfrm>
          <a:off x="1524000" y="2374900"/>
          <a:ext cx="6096000" cy="3086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617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99BF-7006-BC3E-BB78-BED8F766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37869E-C9EA-8B9B-CB00-2A86756C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10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64202B-53B2-5D61-F642-67E43C80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3. Métodos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2AB5D0-1D61-0E08-5416-30CF71894BB4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CE118C-7C21-1340-6C22-8A68BAEFDE6C}"/>
              </a:ext>
            </a:extLst>
          </p:cNvPr>
          <p:cNvSpPr txBox="1"/>
          <p:nvPr/>
        </p:nvSpPr>
        <p:spPr>
          <a:xfrm>
            <a:off x="447967" y="1259664"/>
            <a:ext cx="7167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3.2. Modelos de Progresión de la Enfermedad (</a:t>
            </a:r>
            <a:r>
              <a:rPr lang="es-ES" sz="2400" dirty="0" err="1"/>
              <a:t>DPMs</a:t>
            </a:r>
            <a:r>
              <a:rPr lang="es-ES" sz="2400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379ADD1-A40F-F6BF-B76C-7BE87343DB05}"/>
              </a:ext>
            </a:extLst>
          </p:cNvPr>
          <p:cNvSpPr txBox="1"/>
          <p:nvPr/>
        </p:nvSpPr>
        <p:spPr>
          <a:xfrm>
            <a:off x="678233" y="1788614"/>
            <a:ext cx="1484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u="sng" dirty="0"/>
              <a:t>Métodos:</a:t>
            </a:r>
            <a:endParaRPr lang="es-ES" sz="2000" i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D38BE8-345A-CCBD-BAF5-494A41A81F07}"/>
              </a:ext>
            </a:extLst>
          </p:cNvPr>
          <p:cNvSpPr txBox="1"/>
          <p:nvPr/>
        </p:nvSpPr>
        <p:spPr>
          <a:xfrm>
            <a:off x="3930399" y="1847364"/>
            <a:ext cx="1283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C00000"/>
                </a:solidFill>
              </a:rPr>
              <a:t>LEASPY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FBA5C-759C-F59F-4A20-498C2659A5F2}"/>
                  </a:ext>
                </a:extLst>
              </p:cNvPr>
              <p:cNvSpPr txBox="1"/>
              <p:nvPr/>
            </p:nvSpPr>
            <p:spPr>
              <a:xfrm>
                <a:off x="2962689" y="2534605"/>
                <a:ext cx="3456652" cy="336887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𝑫𝑷𝑺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𝐞𝐱𝐩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)·(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FBA5C-759C-F59F-4A20-498C2659A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689" y="2534605"/>
                <a:ext cx="3456652" cy="336887"/>
              </a:xfrm>
              <a:prstGeom prst="rect">
                <a:avLst/>
              </a:prstGeom>
              <a:blipFill>
                <a:blip r:embed="rId3"/>
                <a:stretch>
                  <a:fillRect l="-874" r="-1748" b="-20000"/>
                </a:stretch>
              </a:blip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FCA936DE-D391-7B2D-7475-B63ADA821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50" y="3126126"/>
            <a:ext cx="8171100" cy="2257803"/>
          </a:xfrm>
          <a:prstGeom prst="rect">
            <a:avLst/>
          </a:prstGeom>
        </p:spPr>
      </p:pic>
      <p:sp>
        <p:nvSpPr>
          <p:cNvPr id="6" name="CuadroTexto 10">
            <a:extLst>
              <a:ext uri="{FF2B5EF4-FFF2-40B4-BE49-F238E27FC236}">
                <a16:creationId xmlns:a16="http://schemas.microsoft.com/office/drawing/2014/main" id="{9A869B3F-81E8-D2C1-1CCC-CF9409A8CA78}"/>
              </a:ext>
            </a:extLst>
          </p:cNvPr>
          <p:cNvSpPr txBox="1"/>
          <p:nvPr/>
        </p:nvSpPr>
        <p:spPr>
          <a:xfrm>
            <a:off x="313714" y="5322077"/>
            <a:ext cx="82866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9: Obtención de la curva a corto plazo mediante la personalización con el entorno </a:t>
            </a:r>
            <a:r>
              <a:rPr lang="es-ES" sz="1000" i="1" dirty="0" err="1"/>
              <a:t>Leaspy</a:t>
            </a:r>
            <a:r>
              <a:rPr lang="es-ES" sz="1000" i="1" dirty="0"/>
              <a:t>. Fuente: </a:t>
            </a:r>
            <a:r>
              <a:rPr lang="es-ES" sz="1000" i="1" dirty="0" err="1"/>
              <a:t>Leaspy</a:t>
            </a:r>
            <a:endParaRPr lang="es-ES" sz="1000" i="1" dirty="0"/>
          </a:p>
        </p:txBody>
      </p:sp>
    </p:spTree>
    <p:extLst>
      <p:ext uri="{BB962C8B-B14F-4D97-AF65-F5344CB8AC3E}">
        <p14:creationId xmlns:p14="http://schemas.microsoft.com/office/powerpoint/2010/main" val="3827219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99BF-7006-BC3E-BB78-BED8F766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37869E-C9EA-8B9B-CB00-2A86756C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11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64202B-53B2-5D61-F642-67E43C80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3. Métodos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2AB5D0-1D61-0E08-5416-30CF71894BB4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CE118C-7C21-1340-6C22-8A68BAEFDE6C}"/>
              </a:ext>
            </a:extLst>
          </p:cNvPr>
          <p:cNvSpPr txBox="1"/>
          <p:nvPr/>
        </p:nvSpPr>
        <p:spPr>
          <a:xfrm>
            <a:off x="447967" y="1259664"/>
            <a:ext cx="7167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3.2. Modelos de Progresión de la Enfermedad (</a:t>
            </a:r>
            <a:r>
              <a:rPr lang="es-ES" sz="2400" dirty="0" err="1"/>
              <a:t>DPMs</a:t>
            </a:r>
            <a:r>
              <a:rPr lang="es-ES" sz="2400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379ADD1-A40F-F6BF-B76C-7BE87343DB05}"/>
              </a:ext>
            </a:extLst>
          </p:cNvPr>
          <p:cNvSpPr txBox="1"/>
          <p:nvPr/>
        </p:nvSpPr>
        <p:spPr>
          <a:xfrm>
            <a:off x="678233" y="1788614"/>
            <a:ext cx="1484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u="sng" dirty="0"/>
              <a:t>Métodos:</a:t>
            </a:r>
            <a:endParaRPr lang="es-ES" sz="2000" i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625F9E-3CBF-18DC-E246-FC6DD0394F79}"/>
              </a:ext>
            </a:extLst>
          </p:cNvPr>
          <p:cNvSpPr txBox="1"/>
          <p:nvPr/>
        </p:nvSpPr>
        <p:spPr>
          <a:xfrm>
            <a:off x="3835722" y="1798991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solidFill>
                  <a:srgbClr val="C00000"/>
                </a:solidFill>
              </a:rPr>
              <a:t>RPDPM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053DDEA-1E80-B38C-E042-E278A1B07D03}"/>
                  </a:ext>
                </a:extLst>
              </p:cNvPr>
              <p:cNvSpPr txBox="1"/>
              <p:nvPr/>
            </p:nvSpPr>
            <p:spPr>
              <a:xfrm>
                <a:off x="3323068" y="2396866"/>
                <a:ext cx="2497863" cy="33688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𝑫𝑷𝑺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F053DDEA-1E80-B38C-E042-E278A1B07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3068" y="2396866"/>
                <a:ext cx="2497863" cy="336887"/>
              </a:xfrm>
              <a:prstGeom prst="rect">
                <a:avLst/>
              </a:prstGeom>
              <a:blipFill>
                <a:blip r:embed="rId3"/>
                <a:stretch>
                  <a:fillRect l="-1446" b="-2166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>
            <a:extLst>
              <a:ext uri="{FF2B5EF4-FFF2-40B4-BE49-F238E27FC236}">
                <a16:creationId xmlns:a16="http://schemas.microsoft.com/office/drawing/2014/main" id="{3EFEABBF-AD78-C3D2-AA74-A49C9982C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95" y="2823104"/>
            <a:ext cx="8022439" cy="2750309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4BC00B65-34A9-2E6E-9252-897A6CE9BF4E}"/>
              </a:ext>
            </a:extLst>
          </p:cNvPr>
          <p:cNvSpPr txBox="1"/>
          <p:nvPr/>
        </p:nvSpPr>
        <p:spPr>
          <a:xfrm>
            <a:off x="1565898" y="5573413"/>
            <a:ext cx="6012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i="1" dirty="0"/>
              <a:t>Fig. 10: Comparación de técnicas de ajuste de la trayectoria para los biomarcadores. Fuente: Gazhi2020 et. al</a:t>
            </a:r>
          </a:p>
        </p:txBody>
      </p:sp>
    </p:spTree>
    <p:extLst>
      <p:ext uri="{BB962C8B-B14F-4D97-AF65-F5344CB8AC3E}">
        <p14:creationId xmlns:p14="http://schemas.microsoft.com/office/powerpoint/2010/main" val="509712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99BF-7006-BC3E-BB78-BED8F766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37869E-C9EA-8B9B-CB00-2A86756C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12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664202B-53B2-5D61-F642-67E43C80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3. Métodos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2AB5D0-1D61-0E08-5416-30CF71894BB4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CE118C-7C21-1340-6C22-8A68BAEFDE6C}"/>
              </a:ext>
            </a:extLst>
          </p:cNvPr>
          <p:cNvSpPr txBox="1"/>
          <p:nvPr/>
        </p:nvSpPr>
        <p:spPr>
          <a:xfrm>
            <a:off x="447967" y="1259664"/>
            <a:ext cx="3825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3.3. Paralelización de tareas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6A12CCA-B15C-558E-24E2-AEAE71A2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206660"/>
              </p:ext>
            </p:extLst>
          </p:nvPr>
        </p:nvGraphicFramePr>
        <p:xfrm>
          <a:off x="6442589" y="1600397"/>
          <a:ext cx="2147473" cy="16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7473">
                  <a:extLst>
                    <a:ext uri="{9D8B030D-6E8A-4147-A177-3AD203B41FA5}">
                      <a16:colId xmlns:a16="http://schemas.microsoft.com/office/drawing/2014/main" val="1435596001"/>
                    </a:ext>
                  </a:extLst>
                </a:gridCol>
              </a:tblGrid>
              <a:tr h="41659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SISTEMAS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377838"/>
                  </a:ext>
                </a:extLst>
              </a:tr>
              <a:tr h="41659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WINDOWS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59622"/>
                  </a:ext>
                </a:extLst>
              </a:tr>
              <a:tr h="41659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CURIE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329125"/>
                  </a:ext>
                </a:extLst>
              </a:tr>
              <a:tr h="41659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MAGERIT-3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494549"/>
                  </a:ext>
                </a:extLst>
              </a:tr>
            </a:tbl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3119EDD-45B1-DCD0-EAA0-2E1DDBB165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52175"/>
              </p:ext>
            </p:extLst>
          </p:nvPr>
        </p:nvGraphicFramePr>
        <p:xfrm>
          <a:off x="1378368" y="3388084"/>
          <a:ext cx="4738316" cy="3091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C7E1CCF-5FD9-3476-1AD3-01017B0340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6920434"/>
              </p:ext>
            </p:extLst>
          </p:nvPr>
        </p:nvGraphicFramePr>
        <p:xfrm>
          <a:off x="1378368" y="1291750"/>
          <a:ext cx="2708476" cy="2752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1475287-68DD-5B95-FBAA-E66A467F6C6B}"/>
              </a:ext>
            </a:extLst>
          </p:cNvPr>
          <p:cNvSpPr txBox="1"/>
          <p:nvPr/>
        </p:nvSpPr>
        <p:spPr>
          <a:xfrm>
            <a:off x="773857" y="1713583"/>
            <a:ext cx="2061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/>
              <a:t>Serial Computing </a:t>
            </a:r>
            <a:endParaRPr lang="en-E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C854C0-2B2A-1ADF-5825-5408C6A9DE6F}"/>
              </a:ext>
            </a:extLst>
          </p:cNvPr>
          <p:cNvSpPr txBox="1"/>
          <p:nvPr/>
        </p:nvSpPr>
        <p:spPr>
          <a:xfrm>
            <a:off x="773857" y="3453550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 err="1"/>
              <a:t>Parallel</a:t>
            </a:r>
            <a:r>
              <a:rPr lang="es-ES_tradnl" b="1" dirty="0"/>
              <a:t> Computing </a:t>
            </a:r>
            <a:endParaRPr lang="en-ES" b="1" dirty="0"/>
          </a:p>
        </p:txBody>
      </p:sp>
    </p:spTree>
    <p:extLst>
      <p:ext uri="{BB962C8B-B14F-4D97-AF65-F5344CB8AC3E}">
        <p14:creationId xmlns:p14="http://schemas.microsoft.com/office/powerpoint/2010/main" val="3892652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C5ADF-E1AA-1B44-878A-2B73B5F70500}" type="slidenum">
              <a:rPr lang="es-ES" smtClean="0"/>
              <a:t>13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4. Resultados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49691"/>
            <a:ext cx="4363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4.1. Análisis al inicio del estudio</a:t>
            </a:r>
          </a:p>
        </p:txBody>
      </p:sp>
      <p:pic>
        <p:nvPicPr>
          <p:cNvPr id="8" name="Imagen 7" descr="Tabla&#10;&#10;Descripción generada automáticamente">
            <a:extLst>
              <a:ext uri="{FF2B5EF4-FFF2-40B4-BE49-F238E27FC236}">
                <a16:creationId xmlns:a16="http://schemas.microsoft.com/office/drawing/2014/main" id="{5FAC7CC4-E93B-372A-F3E3-C5FDB8F34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429" y="1786400"/>
            <a:ext cx="5223142" cy="4365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2E4AA9-297A-9180-ED7F-4CAE23B3BC0B}"/>
              </a:ext>
            </a:extLst>
          </p:cNvPr>
          <p:cNvSpPr txBox="1"/>
          <p:nvPr/>
        </p:nvSpPr>
        <p:spPr>
          <a:xfrm>
            <a:off x="3244850" y="5906149"/>
            <a:ext cx="60960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1000" dirty="0"/>
              <a:t>Fig. 11:</a:t>
            </a:r>
            <a:endParaRPr lang="en-ES" sz="1000" dirty="0"/>
          </a:p>
        </p:txBody>
      </p:sp>
    </p:spTree>
    <p:extLst>
      <p:ext uri="{BB962C8B-B14F-4D97-AF65-F5344CB8AC3E}">
        <p14:creationId xmlns:p14="http://schemas.microsoft.com/office/powerpoint/2010/main" val="2707423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14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4. Resultados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93006"/>
            <a:ext cx="4393540" cy="1065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/>
              <a:t>4.1. </a:t>
            </a:r>
            <a:r>
              <a:rPr lang="en-US" sz="2400" dirty="0" err="1"/>
              <a:t>Análisis</a:t>
            </a:r>
            <a:r>
              <a:rPr lang="en-US" sz="2400" dirty="0"/>
              <a:t> al </a:t>
            </a:r>
            <a:r>
              <a:rPr lang="en-US" sz="2400" dirty="0" err="1"/>
              <a:t>inicio</a:t>
            </a:r>
            <a:r>
              <a:rPr lang="en-US" sz="2400" dirty="0"/>
              <a:t> del </a:t>
            </a:r>
            <a:r>
              <a:rPr lang="en-US" sz="2400" dirty="0" err="1"/>
              <a:t>estudio</a:t>
            </a:r>
            <a:endParaRPr lang="en-US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10" name="Imagen 9" descr="Tabla&#10;&#10;Descripción generada automáticamente">
            <a:extLst>
              <a:ext uri="{FF2B5EF4-FFF2-40B4-BE49-F238E27FC236}">
                <a16:creationId xmlns:a16="http://schemas.microsoft.com/office/drawing/2014/main" id="{54327661-00EE-83E9-911C-506991B1D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12" y="1819175"/>
            <a:ext cx="7093175" cy="4225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E2DB84-0CCC-4DFA-2B0C-11BA51BF8AAF}"/>
              </a:ext>
            </a:extLst>
          </p:cNvPr>
          <p:cNvSpPr txBox="1"/>
          <p:nvPr/>
        </p:nvSpPr>
        <p:spPr>
          <a:xfrm>
            <a:off x="2872318" y="5732452"/>
            <a:ext cx="68368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1100" dirty="0"/>
              <a:t>Fig. 12:</a:t>
            </a:r>
            <a:endParaRPr lang="en-ES" sz="1100" dirty="0"/>
          </a:p>
        </p:txBody>
      </p:sp>
    </p:spTree>
    <p:extLst>
      <p:ext uri="{BB962C8B-B14F-4D97-AF65-F5344CB8AC3E}">
        <p14:creationId xmlns:p14="http://schemas.microsoft.com/office/powerpoint/2010/main" val="263502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15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4. Resultados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93006"/>
            <a:ext cx="7093174" cy="1065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/>
              <a:t>4.2. Curvas de progression de un </a:t>
            </a:r>
            <a:r>
              <a:rPr lang="en-US" sz="2400" dirty="0" err="1"/>
              <a:t>sujeto</a:t>
            </a:r>
            <a:endParaRPr lang="en-US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7" name="Imagen 6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320F6921-D01B-315B-2A91-6251DC9F1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43" y="2036823"/>
            <a:ext cx="8086114" cy="3465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11F916-5944-8C75-5750-088B8B2128D4}"/>
              </a:ext>
            </a:extLst>
          </p:cNvPr>
          <p:cNvSpPr txBox="1"/>
          <p:nvPr/>
        </p:nvSpPr>
        <p:spPr>
          <a:xfrm>
            <a:off x="2635250" y="2024772"/>
            <a:ext cx="60960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1000" dirty="0"/>
              <a:t>Fig. 13:</a:t>
            </a:r>
            <a:endParaRPr lang="en-E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9C1B7-CD59-74E5-866B-B9B7576672F7}"/>
              </a:ext>
            </a:extLst>
          </p:cNvPr>
          <p:cNvSpPr txBox="1"/>
          <p:nvPr/>
        </p:nvSpPr>
        <p:spPr>
          <a:xfrm>
            <a:off x="6846143" y="1794506"/>
            <a:ext cx="175971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1100" b="1" dirty="0"/>
              <a:t>EJE X</a:t>
            </a:r>
            <a:r>
              <a:rPr lang="es-ES_tradnl" sz="1100" dirty="0"/>
              <a:t>: Años</a:t>
            </a:r>
          </a:p>
          <a:p>
            <a:r>
              <a:rPr lang="es-ES_tradnl" sz="1100" b="1" dirty="0"/>
              <a:t>EJE Y</a:t>
            </a:r>
            <a:r>
              <a:rPr lang="es-ES_tradnl" sz="1100" dirty="0"/>
              <a:t>: Escala normalizada</a:t>
            </a:r>
            <a:endParaRPr lang="en-ES" sz="1100" dirty="0"/>
          </a:p>
        </p:txBody>
      </p:sp>
    </p:spTree>
    <p:extLst>
      <p:ext uri="{BB962C8B-B14F-4D97-AF65-F5344CB8AC3E}">
        <p14:creationId xmlns:p14="http://schemas.microsoft.com/office/powerpoint/2010/main" val="167369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16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4. Resultados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93006"/>
            <a:ext cx="7093174" cy="1065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/>
              <a:t>4.2. Curvas de </a:t>
            </a:r>
            <a:r>
              <a:rPr lang="en-US" sz="2400" dirty="0" err="1"/>
              <a:t>progresión</a:t>
            </a:r>
            <a:r>
              <a:rPr lang="en-US" sz="2400" dirty="0"/>
              <a:t> de un </a:t>
            </a:r>
            <a:r>
              <a:rPr lang="en-US" sz="2400" dirty="0" err="1"/>
              <a:t>sujeto</a:t>
            </a:r>
            <a:endParaRPr lang="en-US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8" name="Imagen 7" descr="Gráfico, Gráfico de líneas, Gráfico de dispersión&#10;&#10;Descripción generada automáticamente">
            <a:extLst>
              <a:ext uri="{FF2B5EF4-FFF2-40B4-BE49-F238E27FC236}">
                <a16:creationId xmlns:a16="http://schemas.microsoft.com/office/drawing/2014/main" id="{BB3A33F4-BB42-9468-5DF7-2928D7CD6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67" y="2030109"/>
            <a:ext cx="8248066" cy="3534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0C21B8-0A4D-7FD3-C929-C0154147A307}"/>
              </a:ext>
            </a:extLst>
          </p:cNvPr>
          <p:cNvSpPr txBox="1"/>
          <p:nvPr/>
        </p:nvSpPr>
        <p:spPr>
          <a:xfrm>
            <a:off x="2694517" y="2030109"/>
            <a:ext cx="60960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_tradnl" sz="1000" dirty="0"/>
              <a:t>Fig. 14:</a:t>
            </a:r>
            <a:endParaRPr lang="en-E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5999A-5CE0-836D-8310-01738B178C1D}"/>
              </a:ext>
            </a:extLst>
          </p:cNvPr>
          <p:cNvSpPr txBox="1"/>
          <p:nvPr/>
        </p:nvSpPr>
        <p:spPr>
          <a:xfrm>
            <a:off x="6846143" y="1764667"/>
            <a:ext cx="1759717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1100" b="1" dirty="0"/>
              <a:t>EJE X</a:t>
            </a:r>
            <a:r>
              <a:rPr lang="es-ES_tradnl" sz="1100" dirty="0"/>
              <a:t>: Años</a:t>
            </a:r>
          </a:p>
          <a:p>
            <a:r>
              <a:rPr lang="es-ES_tradnl" sz="1100" b="1" dirty="0"/>
              <a:t>EJE Y</a:t>
            </a:r>
            <a:r>
              <a:rPr lang="es-ES_tradnl" sz="1100" dirty="0"/>
              <a:t>: Escala original</a:t>
            </a:r>
            <a:endParaRPr lang="en-ES" sz="1100" dirty="0"/>
          </a:p>
        </p:txBody>
      </p:sp>
    </p:spTree>
    <p:extLst>
      <p:ext uri="{BB962C8B-B14F-4D97-AF65-F5344CB8AC3E}">
        <p14:creationId xmlns:p14="http://schemas.microsoft.com/office/powerpoint/2010/main" val="2101353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17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4. Resultados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93006"/>
            <a:ext cx="7093174" cy="1065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/>
              <a:t>4.3. </a:t>
            </a:r>
            <a:r>
              <a:rPr lang="en-US" sz="2400" dirty="0" err="1"/>
              <a:t>Mejores</a:t>
            </a:r>
            <a:r>
              <a:rPr lang="en-US" sz="2400" dirty="0"/>
              <a:t> </a:t>
            </a:r>
            <a:r>
              <a:rPr lang="en-US" sz="2400" dirty="0" err="1"/>
              <a:t>vectores</a:t>
            </a:r>
            <a:endParaRPr lang="en-US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2CDB2FC-9C95-4B7D-66DD-FDCADF839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459765"/>
              </p:ext>
            </p:extLst>
          </p:nvPr>
        </p:nvGraphicFramePr>
        <p:xfrm>
          <a:off x="200892" y="2787852"/>
          <a:ext cx="8742215" cy="196342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179021">
                  <a:extLst>
                    <a:ext uri="{9D8B030D-6E8A-4147-A177-3AD203B41FA5}">
                      <a16:colId xmlns:a16="http://schemas.microsoft.com/office/drawing/2014/main" val="3405716051"/>
                    </a:ext>
                  </a:extLst>
                </a:gridCol>
                <a:gridCol w="4638502">
                  <a:extLst>
                    <a:ext uri="{9D8B030D-6E8A-4147-A177-3AD203B41FA5}">
                      <a16:colId xmlns:a16="http://schemas.microsoft.com/office/drawing/2014/main" val="4068560957"/>
                    </a:ext>
                  </a:extLst>
                </a:gridCol>
                <a:gridCol w="2924692">
                  <a:extLst>
                    <a:ext uri="{9D8B030D-6E8A-4147-A177-3AD203B41FA5}">
                      <a16:colId xmlns:a16="http://schemas.microsoft.com/office/drawing/2014/main" val="2962396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Nº</a:t>
                      </a:r>
                      <a:r>
                        <a:rPr lang="es-ES" b="0" dirty="0"/>
                        <a:t> </a:t>
                      </a:r>
                      <a:r>
                        <a:rPr lang="es-ES" sz="900" b="0" dirty="0"/>
                        <a:t>BIOMARCADORES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LEASPY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RPDPM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26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UPDRS_TOTSCORE, TAU, ASYN</a:t>
                      </a:r>
                      <a:endParaRPr lang="es-E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SDMT, JLO, HVLTRDLY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69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UPDRS3_SCORE_ON, UPDRS_TOTSCORE_ON, PTAU, ASYN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UPSIT, LNS, SDMT, ADL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47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UPDRS3_SCORE_ON</a:t>
                      </a:r>
                      <a:r>
                        <a:rPr lang="en-US" sz="1600" b="1" dirty="0"/>
                        <a:t>, UPDRS2_SCORE, PTAU, MEAN_CAUDATE, MEAN_PUTAMEN</a:t>
                      </a:r>
                      <a:endParaRPr lang="es-E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GDS, UPSIT, REM, LNS, ADL</a:t>
                      </a:r>
                      <a:endParaRPr lang="es-E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0755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BFA7DFB-6C32-6155-9C88-8D433F681CB1}"/>
              </a:ext>
            </a:extLst>
          </p:cNvPr>
          <p:cNvSpPr txBox="1"/>
          <p:nvPr/>
        </p:nvSpPr>
        <p:spPr>
          <a:xfrm>
            <a:off x="1363706" y="4857768"/>
            <a:ext cx="64165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/>
              <a:t>Fig. 15: Mejores combinaciones de biomarcadores para </a:t>
            </a:r>
            <a:r>
              <a:rPr lang="es-ES" sz="1100" i="1" dirty="0" err="1"/>
              <a:t>Leaspy</a:t>
            </a:r>
            <a:r>
              <a:rPr lang="es-ES" sz="1100" i="1" dirty="0"/>
              <a:t> y RPDPM en función del número de 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3344204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18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4. Resultados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93006"/>
            <a:ext cx="7093174" cy="1065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/>
              <a:t>4.4. </a:t>
            </a:r>
            <a:r>
              <a:rPr lang="en-US" sz="2400" dirty="0" err="1"/>
              <a:t>Mejores</a:t>
            </a:r>
            <a:r>
              <a:rPr lang="en-US" sz="2400" dirty="0"/>
              <a:t> </a:t>
            </a:r>
            <a:r>
              <a:rPr lang="en-US" sz="2400" dirty="0" err="1"/>
              <a:t>combinaciones</a:t>
            </a:r>
            <a:r>
              <a:rPr lang="en-US" sz="2400" dirty="0"/>
              <a:t> con RPDPM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0AC79E-D753-7BD9-310D-7566C5C6F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67" y="4042642"/>
            <a:ext cx="8239125" cy="12954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9F57434-6DE5-16BE-D925-1F08A3FE2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29" y="2247098"/>
            <a:ext cx="8305800" cy="130492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6BBADB3-F536-68A4-3B63-9BB8BA33EAE0}"/>
              </a:ext>
            </a:extLst>
          </p:cNvPr>
          <p:cNvSpPr txBox="1"/>
          <p:nvPr/>
        </p:nvSpPr>
        <p:spPr>
          <a:xfrm>
            <a:off x="1504543" y="3551111"/>
            <a:ext cx="6125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/>
              <a:t>Fig. 16: Mejores combinaciones de biomarcadores para vectores de menor dimensión para RPDPM.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3226A20-9B07-7F20-F5AA-04893FF7A455}"/>
              </a:ext>
            </a:extLst>
          </p:cNvPr>
          <p:cNvSpPr txBox="1"/>
          <p:nvPr/>
        </p:nvSpPr>
        <p:spPr>
          <a:xfrm>
            <a:off x="1683584" y="5395043"/>
            <a:ext cx="5767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/>
              <a:t>Fig. 17: Mejores combinaciones de biomarcadores para vectores de mayor dimensión para RPDPM.</a:t>
            </a:r>
          </a:p>
        </p:txBody>
      </p:sp>
    </p:spTree>
    <p:extLst>
      <p:ext uri="{BB962C8B-B14F-4D97-AF65-F5344CB8AC3E}">
        <p14:creationId xmlns:p14="http://schemas.microsoft.com/office/powerpoint/2010/main" val="1444643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46C7581-383D-C642-BD1E-EB40099D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19</a:t>
            </a:fld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4230FA4-0299-4E49-9031-CA1D5A8E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4. Resultados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674C39-D7FC-7F83-8941-C98177771FEA}"/>
              </a:ext>
            </a:extLst>
          </p:cNvPr>
          <p:cNvSpPr txBox="1"/>
          <p:nvPr/>
        </p:nvSpPr>
        <p:spPr>
          <a:xfrm>
            <a:off x="447967" y="1293006"/>
            <a:ext cx="7093174" cy="1065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685800">
              <a:lnSpc>
                <a:spcPct val="90000"/>
              </a:lnSpc>
              <a:spcBef>
                <a:spcPts val="750"/>
              </a:spcBef>
            </a:pPr>
            <a:r>
              <a:rPr lang="en-US" sz="2400" dirty="0"/>
              <a:t>4.5. </a:t>
            </a:r>
            <a:r>
              <a:rPr lang="en-US" sz="2400" dirty="0" err="1"/>
              <a:t>Mejores</a:t>
            </a:r>
            <a:r>
              <a:rPr lang="en-US" sz="2400" dirty="0"/>
              <a:t> </a:t>
            </a:r>
            <a:r>
              <a:rPr lang="en-US" sz="2400" dirty="0" err="1"/>
              <a:t>combinaciones</a:t>
            </a:r>
            <a:r>
              <a:rPr lang="en-US" sz="2400" dirty="0"/>
              <a:t> con </a:t>
            </a:r>
            <a:r>
              <a:rPr lang="en-US" sz="2400" dirty="0" err="1"/>
              <a:t>Leaspy</a:t>
            </a:r>
            <a:endParaRPr lang="en-US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6B86F5-344B-3644-B7A4-61098FCA4A8A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327B304-8AE5-7C81-C1B4-BE9D96160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83" y="2101766"/>
            <a:ext cx="8362950" cy="14763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2800A81-5B81-C0E8-B2ED-FB099F1EA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" y="3988768"/>
            <a:ext cx="8315325" cy="136207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8C25990-60EF-B54D-40DB-97A396EC989A}"/>
              </a:ext>
            </a:extLst>
          </p:cNvPr>
          <p:cNvSpPr txBox="1"/>
          <p:nvPr/>
        </p:nvSpPr>
        <p:spPr>
          <a:xfrm>
            <a:off x="1504543" y="3551111"/>
            <a:ext cx="61259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/>
              <a:t>Fig. 18: Mejores combinaciones de biomarcadores para vectores de menor dimensión para </a:t>
            </a:r>
            <a:r>
              <a:rPr lang="es-ES" sz="1100" i="1" dirty="0" err="1"/>
              <a:t>Leaspy</a:t>
            </a:r>
            <a:r>
              <a:rPr lang="es-ES" sz="1100" i="1" dirty="0"/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A1721D3-43C0-F845-0C2D-28B645F05BCA}"/>
              </a:ext>
            </a:extLst>
          </p:cNvPr>
          <p:cNvSpPr txBox="1"/>
          <p:nvPr/>
        </p:nvSpPr>
        <p:spPr>
          <a:xfrm>
            <a:off x="1683584" y="5395043"/>
            <a:ext cx="5767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/>
              <a:t>Fig. 19: Mejores combinaciones de biomarcadores para vectores de mayor dimensión para </a:t>
            </a:r>
            <a:r>
              <a:rPr lang="es-ES" sz="1100" i="1" dirty="0" err="1"/>
              <a:t>Leaspy</a:t>
            </a:r>
            <a:r>
              <a:rPr lang="es-ES" sz="11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233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0EA1-0735-3F1B-EE60-503E347C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206A178-E6C2-7447-54A9-FD9873AF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20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99396A9-789B-7D10-94A4-ADF5FA97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5. Conclusiones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E97EAC-3C4A-417A-9C90-02B2A53B05E7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B7DB021-47D9-6027-C8A0-889BBC869861}"/>
              </a:ext>
            </a:extLst>
          </p:cNvPr>
          <p:cNvSpPr txBox="1"/>
          <p:nvPr/>
        </p:nvSpPr>
        <p:spPr>
          <a:xfrm>
            <a:off x="487386" y="1430543"/>
            <a:ext cx="82328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u="sng" dirty="0"/>
              <a:t>PREDICCIÓN DEL DETERIORO COGNITIVO EN EL PARKINSON</a:t>
            </a:r>
          </a:p>
          <a:p>
            <a:endParaRPr lang="es-ES" u="sng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s-ES" dirty="0"/>
              <a:t>LEASPY                      </a:t>
            </a:r>
            <a:r>
              <a:rPr lang="es-ES" b="1" dirty="0">
                <a:effectLst/>
              </a:rPr>
              <a:t>Buena concordancia</a:t>
            </a:r>
            <a:r>
              <a:rPr lang="es-ES" dirty="0">
                <a:effectLst/>
              </a:rPr>
              <a:t> entre predicción y                                                  				       observaciones individuales.</a:t>
            </a:r>
          </a:p>
          <a:p>
            <a:pPr lvl="1"/>
            <a:r>
              <a:rPr lang="es-ES" dirty="0"/>
              <a:t>				                </a:t>
            </a:r>
            <a:r>
              <a:rPr lang="es-ES" b="1" dirty="0">
                <a:effectLst/>
              </a:rPr>
              <a:t>Alta variabilidad </a:t>
            </a:r>
            <a:r>
              <a:rPr lang="es-ES" dirty="0">
                <a:effectLst/>
              </a:rPr>
              <a:t>en </a:t>
            </a:r>
            <a:r>
              <a:rPr lang="es-ES" dirty="0" err="1">
                <a:effectLst/>
              </a:rPr>
              <a:t>en</a:t>
            </a:r>
            <a:r>
              <a:rPr lang="es-ES" dirty="0">
                <a:effectLst/>
              </a:rPr>
              <a:t> detección de MCI.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s-ES" dirty="0"/>
              <a:t>LEASPY vs. RPDPM                       </a:t>
            </a:r>
            <a:r>
              <a:rPr lang="es-ES" b="1" dirty="0" err="1">
                <a:effectLst/>
              </a:rPr>
              <a:t>Leaspy</a:t>
            </a:r>
            <a:r>
              <a:rPr lang="es-ES" dirty="0">
                <a:effectLst/>
              </a:rPr>
              <a:t> mejor para detección de    								   sujetos CN.</a:t>
            </a:r>
          </a:p>
          <a:p>
            <a:pPr lvl="1"/>
            <a:r>
              <a:rPr lang="es-ES" dirty="0"/>
              <a:t>							           </a:t>
            </a:r>
            <a:r>
              <a:rPr lang="es-ES" b="1" dirty="0">
                <a:effectLst/>
              </a:rPr>
              <a:t>RPDPM</a:t>
            </a:r>
            <a:r>
              <a:rPr lang="es-ES" dirty="0">
                <a:effectLst/>
              </a:rPr>
              <a:t> más preciso en general</a:t>
            </a:r>
            <a:r>
              <a:rPr lang="es-ES" b="1" dirty="0">
                <a:effectLst/>
              </a:rPr>
              <a:t>. </a:t>
            </a:r>
          </a:p>
          <a:p>
            <a:pPr lvl="1"/>
            <a:r>
              <a:rPr lang="es-ES" b="1" dirty="0">
                <a:effectLst/>
              </a:rPr>
              <a:t>								  Ideal para aplicaciones clínicas.</a:t>
            </a:r>
          </a:p>
          <a:p>
            <a:pPr lvl="1"/>
            <a:endParaRPr lang="es-E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s-ES" u="sng" dirty="0"/>
              <a:t>BIOMARCADORES CLAVE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s-ES" dirty="0"/>
          </a:p>
          <a:p>
            <a:r>
              <a:rPr lang="es-ES" dirty="0">
                <a:effectLst/>
              </a:rPr>
              <a:t>                                                   SDMT                    M</a:t>
            </a:r>
            <a:r>
              <a:rPr lang="es-ES" dirty="0"/>
              <a:t>EANCAU</a:t>
            </a:r>
          </a:p>
          <a:p>
            <a:endParaRPr lang="es-ES" dirty="0">
              <a:effectLst/>
            </a:endParaRPr>
          </a:p>
          <a:p>
            <a:endParaRPr lang="es-ES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CF207C1-194E-6933-8D0A-5FA6F15D0D00}"/>
              </a:ext>
            </a:extLst>
          </p:cNvPr>
          <p:cNvCxnSpPr/>
          <p:nvPr/>
        </p:nvCxnSpPr>
        <p:spPr>
          <a:xfrm>
            <a:off x="2701634" y="2173186"/>
            <a:ext cx="819397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4E27329-F452-9E8B-EA53-526FA99D10DE}"/>
              </a:ext>
            </a:extLst>
          </p:cNvPr>
          <p:cNvCxnSpPr/>
          <p:nvPr/>
        </p:nvCxnSpPr>
        <p:spPr>
          <a:xfrm>
            <a:off x="2701634" y="2705597"/>
            <a:ext cx="819397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86F7316-02F3-E1DF-0253-D5448268D31B}"/>
              </a:ext>
            </a:extLst>
          </p:cNvPr>
          <p:cNvCxnSpPr/>
          <p:nvPr/>
        </p:nvCxnSpPr>
        <p:spPr>
          <a:xfrm>
            <a:off x="3811978" y="3538849"/>
            <a:ext cx="819397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D13139C-7D1B-0238-078C-567D107F1648}"/>
              </a:ext>
            </a:extLst>
          </p:cNvPr>
          <p:cNvSpPr/>
          <p:nvPr/>
        </p:nvSpPr>
        <p:spPr>
          <a:xfrm>
            <a:off x="2945079" y="5220527"/>
            <a:ext cx="1056904" cy="4868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393E6B6-2EEF-64D8-EBF8-5FED61F2E947}"/>
              </a:ext>
            </a:extLst>
          </p:cNvPr>
          <p:cNvCxnSpPr/>
          <p:nvPr/>
        </p:nvCxnSpPr>
        <p:spPr>
          <a:xfrm>
            <a:off x="3829790" y="4083135"/>
            <a:ext cx="819397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A196B9A-35BA-A945-686C-FD74FAF5594C}"/>
              </a:ext>
            </a:extLst>
          </p:cNvPr>
          <p:cNvSpPr/>
          <p:nvPr/>
        </p:nvSpPr>
        <p:spPr>
          <a:xfrm>
            <a:off x="4663209" y="5220527"/>
            <a:ext cx="1286327" cy="4868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7885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0EA1-0735-3F1B-EE60-503E347C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206A178-E6C2-7447-54A9-FD9873AF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21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99396A9-789B-7D10-94A4-ADF5FA97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6. Siguientes pasos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E97EAC-3C4A-417A-9C90-02B2A53B05E7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1D729A-9C31-1249-9B41-320DAA32EF13}"/>
              </a:ext>
            </a:extLst>
          </p:cNvPr>
          <p:cNvSpPr txBox="1"/>
          <p:nvPr/>
        </p:nvSpPr>
        <p:spPr>
          <a:xfrm>
            <a:off x="447968" y="1405727"/>
            <a:ext cx="4396748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dirty="0"/>
              <a:t>Ampliar la </a:t>
            </a:r>
            <a:r>
              <a:rPr lang="es-ES" sz="2400" b="1" dirty="0"/>
              <a:t>investigación:</a:t>
            </a:r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Aplicación en el </a:t>
            </a:r>
            <a:r>
              <a:rPr lang="es-ES" sz="2400" b="1" dirty="0"/>
              <a:t>ámbito clínico.</a:t>
            </a:r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Desarrollo de </a:t>
            </a:r>
            <a:r>
              <a:rPr lang="es-ES" sz="2400" b="1" dirty="0"/>
              <a:t>aplicaciones</a:t>
            </a:r>
          </a:p>
          <a:p>
            <a:pPr marL="342900" indent="-342900">
              <a:buFont typeface="+mj-lt"/>
              <a:buAutoNum type="arabicPeriod"/>
            </a:pP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D13EDF0-F85C-7BA9-0613-3A78AC74A564}"/>
              </a:ext>
            </a:extLst>
          </p:cNvPr>
          <p:cNvSpPr txBox="1"/>
          <p:nvPr/>
        </p:nvSpPr>
        <p:spPr>
          <a:xfrm>
            <a:off x="825887" y="1967270"/>
            <a:ext cx="381819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es-ES" sz="2100" dirty="0"/>
              <a:t>Nuevas combinaciones.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2100" dirty="0"/>
              <a:t>Comparar otros modelos.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2100" dirty="0"/>
              <a:t>Externalizar.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sz="2100" dirty="0"/>
              <a:t>Detección temprana.</a:t>
            </a:r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3A5D744F-DBD4-6F26-C021-330DF171DF05}"/>
              </a:ext>
            </a:extLst>
          </p:cNvPr>
          <p:cNvSpPr/>
          <p:nvPr/>
        </p:nvSpPr>
        <p:spPr>
          <a:xfrm>
            <a:off x="825887" y="1997897"/>
            <a:ext cx="433389" cy="1708160"/>
          </a:xfrm>
          <a:prstGeom prst="leftBrace">
            <a:avLst>
              <a:gd name="adj1" fmla="val 8333"/>
              <a:gd name="adj2" fmla="val 33095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D40617B-A7FA-CF58-BDE9-12B57B2DB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567" y="1464792"/>
            <a:ext cx="4265152" cy="34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68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0EA1-0735-3F1B-EE60-503E347C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206A178-E6C2-7447-54A9-FD9873AF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9C5ADF-E1AA-1B44-878A-2B73B5F70500}" type="slidenum">
              <a:rPr lang="es-ES" smtClean="0"/>
              <a:pPr>
                <a:spcAft>
                  <a:spcPts val="600"/>
                </a:spcAft>
              </a:pPr>
              <a:t>22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99396A9-789B-7D10-94A4-ADF5FA97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dirty="0"/>
              <a:t>FIN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E97EAC-3C4A-417A-9C90-02B2A53B05E7}"/>
              </a:ext>
            </a:extLst>
          </p:cNvPr>
          <p:cNvSpPr txBox="1"/>
          <p:nvPr/>
        </p:nvSpPr>
        <p:spPr>
          <a:xfrm>
            <a:off x="263236" y="67887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92C0B6D-401C-984F-FF48-562D0E06B46D}"/>
              </a:ext>
            </a:extLst>
          </p:cNvPr>
          <p:cNvSpPr txBox="1"/>
          <p:nvPr/>
        </p:nvSpPr>
        <p:spPr>
          <a:xfrm>
            <a:off x="2816779" y="2978267"/>
            <a:ext cx="8385464" cy="901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4000" dirty="0"/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2252911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809A10CE-3967-614F-A34A-DECDD970D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262" y="2056367"/>
            <a:ext cx="7115476" cy="19870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ES" sz="3000" dirty="0"/>
              <a:t>DESARROLLO DE MODELOS DE LA PROGRESIÓN DEL DECLIVE COGNITIVO EN PACIENTES CON LA ENFERMEDAD DEL PARKINSON MEDIANTE LEASPY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7D1DEC-3362-C53D-B7D1-D6C5B2616588}"/>
              </a:ext>
            </a:extLst>
          </p:cNvPr>
          <p:cNvSpPr txBox="1"/>
          <p:nvPr/>
        </p:nvSpPr>
        <p:spPr>
          <a:xfrm>
            <a:off x="3140781" y="4277196"/>
            <a:ext cx="4849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Raquel Roca Pereira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02AB4-EC7A-823F-EB4A-D3BDE6AD5097}"/>
              </a:ext>
            </a:extLst>
          </p:cNvPr>
          <p:cNvSpPr txBox="1"/>
          <p:nvPr/>
        </p:nvSpPr>
        <p:spPr>
          <a:xfrm>
            <a:off x="2210969" y="4967600"/>
            <a:ext cx="4722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Ingeniería Electrónica Industrial y Automática</a:t>
            </a:r>
            <a:endParaRPr lang="en-E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4644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" id="{876943AD-736C-7840-A273-7F5BEE2675B9}" vid="{096D0BD2-9767-BE42-9518-599506B5AB3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PRESENTACION_preTFG</Template>
  <TotalTime>4092</TotalTime>
  <Words>1285</Words>
  <Application>Microsoft Office PowerPoint</Application>
  <PresentationFormat>Presentación en pantalla (4:3)</PresentationFormat>
  <Paragraphs>259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Arial</vt:lpstr>
      <vt:lpstr>Calibri</vt:lpstr>
      <vt:lpstr>Cambria</vt:lpstr>
      <vt:lpstr>Cambria Math</vt:lpstr>
      <vt:lpstr>Courier New</vt:lpstr>
      <vt:lpstr>Lato</vt:lpstr>
      <vt:lpstr>Wingdings</vt:lpstr>
      <vt:lpstr>Tema de Office</vt:lpstr>
      <vt:lpstr>Presentación de PowerPoint</vt:lpstr>
      <vt:lpstr>ÍNDICE</vt:lpstr>
      <vt:lpstr>1. Introducción</vt:lpstr>
      <vt:lpstr>1. Introducción</vt:lpstr>
      <vt:lpstr>2. Materiales</vt:lpstr>
      <vt:lpstr>3. Métodos</vt:lpstr>
      <vt:lpstr>3. Métodos</vt:lpstr>
      <vt:lpstr>3. Métodos</vt:lpstr>
      <vt:lpstr>3. Métodos</vt:lpstr>
      <vt:lpstr>3. Métodos</vt:lpstr>
      <vt:lpstr>3. Métodos</vt:lpstr>
      <vt:lpstr>3. Métodos</vt:lpstr>
      <vt:lpstr>3. Métodos</vt:lpstr>
      <vt:lpstr>4. Resultados</vt:lpstr>
      <vt:lpstr>4. Resultados</vt:lpstr>
      <vt:lpstr>4. Resultados</vt:lpstr>
      <vt:lpstr>4. Resultados</vt:lpstr>
      <vt:lpstr>4. Resultados</vt:lpstr>
      <vt:lpstr>4. Resultados</vt:lpstr>
      <vt:lpstr>4. Resultados</vt:lpstr>
      <vt:lpstr>5. Conclusiones</vt:lpstr>
      <vt:lpstr>6. Siguientes pasos</vt:lpstr>
      <vt:lpstr>FIN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predictivos utilizando inteligencia artificial para enfermedades neurodegenerativas:</dc:title>
  <dc:creator>RAQUEL ROCA PEREIRA</dc:creator>
  <cp:lastModifiedBy>RAQUEL ROCA PEREIRA</cp:lastModifiedBy>
  <cp:revision>130</cp:revision>
  <dcterms:created xsi:type="dcterms:W3CDTF">2024-04-09T16:52:36Z</dcterms:created>
  <dcterms:modified xsi:type="dcterms:W3CDTF">2024-09-17T18:55:28Z</dcterms:modified>
</cp:coreProperties>
</file>