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96" r:id="rId1"/>
  </p:sldMasterIdLst>
  <p:notesMasterIdLst>
    <p:notesMasterId r:id="rId26"/>
  </p:notesMasterIdLst>
  <p:sldIdLst>
    <p:sldId id="256" r:id="rId2"/>
    <p:sldId id="258" r:id="rId3"/>
    <p:sldId id="262" r:id="rId4"/>
    <p:sldId id="276" r:id="rId5"/>
    <p:sldId id="259" r:id="rId6"/>
    <p:sldId id="261" r:id="rId7"/>
    <p:sldId id="265" r:id="rId8"/>
    <p:sldId id="271" r:id="rId9"/>
    <p:sldId id="272" r:id="rId10"/>
    <p:sldId id="273" r:id="rId11"/>
    <p:sldId id="284" r:id="rId12"/>
    <p:sldId id="277" r:id="rId13"/>
    <p:sldId id="278" r:id="rId14"/>
    <p:sldId id="263" r:id="rId15"/>
    <p:sldId id="264" r:id="rId16"/>
    <p:sldId id="266" r:id="rId17"/>
    <p:sldId id="268" r:id="rId18"/>
    <p:sldId id="267" r:id="rId19"/>
    <p:sldId id="279" r:id="rId20"/>
    <p:sldId id="280" r:id="rId21"/>
    <p:sldId id="281" r:id="rId22"/>
    <p:sldId id="283" r:id="rId23"/>
    <p:sldId id="275" r:id="rId24"/>
    <p:sldId id="285"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DBD"/>
    <a:srgbClr val="656769"/>
    <a:srgbClr val="DE1341"/>
    <a:srgbClr val="2581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202B0CA-FC54-4496-8BCA-5EF66A818D29}" styleName="Estilo oscuro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D03447BB-5D67-496B-8E87-E561075AD55C}" styleName="Estilo oscuro 1 - Énfasis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B344D84-9AFB-497E-A393-DC336BA19D2E}" styleName="Estilo medio 3 - Énfasis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C083E6E3-FA7D-4D7B-A595-EF9225AFEA82}" styleName="Estilo claro 1 - Acento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9294" autoAdjust="0"/>
  </p:normalViewPr>
  <p:slideViewPr>
    <p:cSldViewPr snapToGrid="0" snapToObjects="1" showGuides="1">
      <p:cViewPr varScale="1">
        <p:scale>
          <a:sx n="66" d="100"/>
          <a:sy n="66" d="100"/>
        </p:scale>
        <p:origin x="1304" y="156"/>
      </p:cViewPr>
      <p:guideLst>
        <p:guide orient="horz" pos="2137"/>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C7CF60-1294-47A7-94A9-EA02714C48A4}" type="doc">
      <dgm:prSet loTypeId="urn:microsoft.com/office/officeart/2005/8/layout/lProcess1" loCatId="process" qsTypeId="urn:microsoft.com/office/officeart/2005/8/quickstyle/simple1" qsCatId="simple" csTypeId="urn:microsoft.com/office/officeart/2005/8/colors/accent1_2" csCatId="accent1" phldr="1"/>
      <dgm:spPr/>
      <dgm:t>
        <a:bodyPr/>
        <a:lstStyle/>
        <a:p>
          <a:endParaRPr lang="es-ES"/>
        </a:p>
      </dgm:t>
    </dgm:pt>
    <dgm:pt modelId="{F3FDF783-577E-4839-8556-2C5222E8C681}">
      <dgm:prSet phldrT="[Texto]"/>
      <dgm:spPr/>
      <dgm:t>
        <a:bodyPr/>
        <a:lstStyle/>
        <a:p>
          <a:r>
            <a:rPr lang="es-ES" b="1" dirty="0"/>
            <a:t>ADAPTACIÓN DATOS</a:t>
          </a:r>
        </a:p>
      </dgm:t>
    </dgm:pt>
    <dgm:pt modelId="{A4A2560F-435F-409B-8FF8-DE96BB3D464F}" type="parTrans" cxnId="{61CB638F-E80C-43C5-9098-0EE37D105DB4}">
      <dgm:prSet/>
      <dgm:spPr/>
      <dgm:t>
        <a:bodyPr/>
        <a:lstStyle/>
        <a:p>
          <a:endParaRPr lang="es-ES"/>
        </a:p>
      </dgm:t>
    </dgm:pt>
    <dgm:pt modelId="{2E983AB2-0EE4-457D-A8FE-FE20711C8558}" type="sibTrans" cxnId="{61CB638F-E80C-43C5-9098-0EE37D105DB4}">
      <dgm:prSet/>
      <dgm:spPr/>
      <dgm:t>
        <a:bodyPr/>
        <a:lstStyle/>
        <a:p>
          <a:endParaRPr lang="es-ES"/>
        </a:p>
      </dgm:t>
    </dgm:pt>
    <dgm:pt modelId="{F66412C2-CBE0-44DC-AA31-45AEA11DCE5B}">
      <dgm:prSet phldrT="[Texto]"/>
      <dgm:spPr/>
      <dgm:t>
        <a:bodyPr/>
        <a:lstStyle/>
        <a:p>
          <a:r>
            <a:rPr lang="es-ES" dirty="0"/>
            <a:t>NORMALIZAR</a:t>
          </a:r>
          <a:endParaRPr lang="es-ES" i="1" dirty="0"/>
        </a:p>
      </dgm:t>
    </dgm:pt>
    <dgm:pt modelId="{568E976C-BA27-4994-9994-E5A26911F4FB}" type="parTrans" cxnId="{56DC8DE0-EE26-468E-9B16-27B41E79D8B2}">
      <dgm:prSet/>
      <dgm:spPr/>
      <dgm:t>
        <a:bodyPr/>
        <a:lstStyle/>
        <a:p>
          <a:endParaRPr lang="es-ES"/>
        </a:p>
      </dgm:t>
    </dgm:pt>
    <dgm:pt modelId="{85CFE4E2-D59E-4EAC-B972-5E61220A212C}" type="sibTrans" cxnId="{56DC8DE0-EE26-468E-9B16-27B41E79D8B2}">
      <dgm:prSet/>
      <dgm:spPr/>
      <dgm:t>
        <a:bodyPr/>
        <a:lstStyle/>
        <a:p>
          <a:endParaRPr lang="es-ES"/>
        </a:p>
      </dgm:t>
    </dgm:pt>
    <dgm:pt modelId="{436E2339-9111-464F-A778-5EC2F39E9635}">
      <dgm:prSet phldrT="[Texto]"/>
      <dgm:spPr/>
      <dgm:t>
        <a:bodyPr/>
        <a:lstStyle/>
        <a:p>
          <a:pPr algn="ctr"/>
          <a:r>
            <a:rPr lang="es-ES" b="1" dirty="0"/>
            <a:t>    ESTIMACIÓN </a:t>
          </a:r>
          <a:r>
            <a:rPr lang="es-ES" b="1" dirty="0" err="1"/>
            <a:t>DPMs</a:t>
          </a:r>
          <a:r>
            <a:rPr lang="es-ES" b="1" dirty="0"/>
            <a:t>	</a:t>
          </a:r>
        </a:p>
      </dgm:t>
    </dgm:pt>
    <dgm:pt modelId="{B36B4580-B4B6-4AF4-89BE-7A027C442D41}" type="parTrans" cxnId="{BC282686-58E6-4445-A052-B6FB5A4FDBEC}">
      <dgm:prSet/>
      <dgm:spPr/>
      <dgm:t>
        <a:bodyPr/>
        <a:lstStyle/>
        <a:p>
          <a:endParaRPr lang="es-ES"/>
        </a:p>
      </dgm:t>
    </dgm:pt>
    <dgm:pt modelId="{8BC2BD0D-BBE9-42F9-89E5-12B24FCDF8F1}" type="sibTrans" cxnId="{BC282686-58E6-4445-A052-B6FB5A4FDBEC}">
      <dgm:prSet/>
      <dgm:spPr/>
      <dgm:t>
        <a:bodyPr/>
        <a:lstStyle/>
        <a:p>
          <a:endParaRPr lang="es-ES"/>
        </a:p>
      </dgm:t>
    </dgm:pt>
    <dgm:pt modelId="{64A3AE3A-B4BA-4FF1-A927-5BF17124E93C}">
      <dgm:prSet phldrT="[Texto]"/>
      <dgm:spPr/>
      <dgm:t>
        <a:bodyPr/>
        <a:lstStyle/>
        <a:p>
          <a:r>
            <a:rPr lang="es-ES" dirty="0"/>
            <a:t>CALIBRACIÓN </a:t>
          </a:r>
          <a:r>
            <a:rPr lang="es-ES" dirty="0">
              <a:sym typeface="Wingdings" panose="05000000000000000000" pitchFamily="2" charset="2"/>
            </a:rPr>
            <a:t> </a:t>
          </a:r>
          <a:r>
            <a:rPr lang="es-ES" i="1" dirty="0">
              <a:sym typeface="Wingdings" panose="05000000000000000000" pitchFamily="2" charset="2"/>
            </a:rPr>
            <a:t>Long-</a:t>
          </a:r>
          <a:r>
            <a:rPr lang="es-ES" i="1" dirty="0" err="1">
              <a:sym typeface="Wingdings" panose="05000000000000000000" pitchFamily="2" charset="2"/>
            </a:rPr>
            <a:t>term</a:t>
          </a:r>
          <a:endParaRPr lang="es-ES" i="1" dirty="0"/>
        </a:p>
      </dgm:t>
    </dgm:pt>
    <dgm:pt modelId="{0847BF60-3CED-4000-80B5-C3CC104B1E1E}" type="parTrans" cxnId="{098BA00E-9C2D-46CA-9C46-90A5AB77BEDA}">
      <dgm:prSet/>
      <dgm:spPr/>
      <dgm:t>
        <a:bodyPr/>
        <a:lstStyle/>
        <a:p>
          <a:endParaRPr lang="es-ES"/>
        </a:p>
      </dgm:t>
    </dgm:pt>
    <dgm:pt modelId="{873E3EA8-C08B-48BB-86AF-73D8E1A4E9E4}" type="sibTrans" cxnId="{098BA00E-9C2D-46CA-9C46-90A5AB77BEDA}">
      <dgm:prSet/>
      <dgm:spPr/>
      <dgm:t>
        <a:bodyPr/>
        <a:lstStyle/>
        <a:p>
          <a:endParaRPr lang="es-ES"/>
        </a:p>
      </dgm:t>
    </dgm:pt>
    <dgm:pt modelId="{267BF024-F178-46D9-BC24-D4182E1A39BE}">
      <dgm:prSet phldrT="[Texto]"/>
      <dgm:spPr/>
      <dgm:t>
        <a:bodyPr/>
        <a:lstStyle/>
        <a:p>
          <a:r>
            <a:rPr lang="es-ES" b="1" dirty="0"/>
            <a:t>MÉTRICAS </a:t>
          </a:r>
          <a:r>
            <a:rPr lang="es-ES" b="1" dirty="0" err="1"/>
            <a:t>DPMs</a:t>
          </a:r>
          <a:endParaRPr lang="es-ES" b="1" dirty="0"/>
        </a:p>
      </dgm:t>
    </dgm:pt>
    <dgm:pt modelId="{304DD647-8C1C-44BA-8033-A7966D2DE259}" type="parTrans" cxnId="{92BE55C4-6600-4E41-BDB6-22268793B8E9}">
      <dgm:prSet/>
      <dgm:spPr/>
      <dgm:t>
        <a:bodyPr/>
        <a:lstStyle/>
        <a:p>
          <a:endParaRPr lang="es-ES"/>
        </a:p>
      </dgm:t>
    </dgm:pt>
    <dgm:pt modelId="{99DA28C5-E88D-4015-99D6-130E4D35E4FD}" type="sibTrans" cxnId="{92BE55C4-6600-4E41-BDB6-22268793B8E9}">
      <dgm:prSet/>
      <dgm:spPr/>
      <dgm:t>
        <a:bodyPr/>
        <a:lstStyle/>
        <a:p>
          <a:endParaRPr lang="es-ES"/>
        </a:p>
      </dgm:t>
    </dgm:pt>
    <dgm:pt modelId="{A17AF3FD-8333-4E3C-91F0-864C0A1D69B0}">
      <dgm:prSet phldrT="[Texto]"/>
      <dgm:spPr/>
      <dgm:t>
        <a:bodyPr/>
        <a:lstStyle/>
        <a:p>
          <a:r>
            <a:rPr lang="es-ES" dirty="0"/>
            <a:t>MAE/NMAE</a:t>
          </a:r>
        </a:p>
      </dgm:t>
    </dgm:pt>
    <dgm:pt modelId="{4041E219-A7FC-47A9-A73E-126B8B62E14A}" type="parTrans" cxnId="{5A620034-9DBB-408C-A439-E5B9C18791A5}">
      <dgm:prSet/>
      <dgm:spPr/>
      <dgm:t>
        <a:bodyPr/>
        <a:lstStyle/>
        <a:p>
          <a:endParaRPr lang="es-ES"/>
        </a:p>
      </dgm:t>
    </dgm:pt>
    <dgm:pt modelId="{75AEF210-FC66-4A88-BFD5-304683BFCC61}" type="sibTrans" cxnId="{5A620034-9DBB-408C-A439-E5B9C18791A5}">
      <dgm:prSet/>
      <dgm:spPr/>
      <dgm:t>
        <a:bodyPr/>
        <a:lstStyle/>
        <a:p>
          <a:endParaRPr lang="es-ES"/>
        </a:p>
      </dgm:t>
    </dgm:pt>
    <dgm:pt modelId="{EBCB0537-1AAC-471E-B774-0BC7A3F1F7CB}">
      <dgm:prSet phldrT="[Texto]"/>
      <dgm:spPr/>
      <dgm:t>
        <a:bodyPr/>
        <a:lstStyle/>
        <a:p>
          <a:r>
            <a:rPr lang="es-ES" dirty="0"/>
            <a:t>CALCULAR DIAGNÓSTICO</a:t>
          </a:r>
        </a:p>
      </dgm:t>
    </dgm:pt>
    <dgm:pt modelId="{721823E5-00E2-4402-BAC7-5288B7861AB6}" type="parTrans" cxnId="{7611279C-4DF7-4F58-98A2-F6C371691E28}">
      <dgm:prSet/>
      <dgm:spPr/>
      <dgm:t>
        <a:bodyPr/>
        <a:lstStyle/>
        <a:p>
          <a:endParaRPr lang="es-ES"/>
        </a:p>
      </dgm:t>
    </dgm:pt>
    <dgm:pt modelId="{6BD12B17-E36B-40BE-AA7C-5B46717FC257}" type="sibTrans" cxnId="{7611279C-4DF7-4F58-98A2-F6C371691E28}">
      <dgm:prSet/>
      <dgm:spPr/>
      <dgm:t>
        <a:bodyPr/>
        <a:lstStyle/>
        <a:p>
          <a:endParaRPr lang="es-ES"/>
        </a:p>
      </dgm:t>
    </dgm:pt>
    <dgm:pt modelId="{A2407599-20A2-48D2-9E66-99E8A907DBA6}">
      <dgm:prSet phldrT="[Texto]"/>
      <dgm:spPr/>
      <dgm:t>
        <a:bodyPr/>
        <a:lstStyle/>
        <a:p>
          <a:r>
            <a:rPr lang="es-ES" dirty="0"/>
            <a:t>PERSONALIZACIÓN</a:t>
          </a:r>
        </a:p>
      </dgm:t>
    </dgm:pt>
    <dgm:pt modelId="{A42C0953-AD49-48C3-AAEE-31E458E2FB69}" type="parTrans" cxnId="{BD4708DE-C9D9-4637-984D-62625CECCA26}">
      <dgm:prSet/>
      <dgm:spPr/>
      <dgm:t>
        <a:bodyPr/>
        <a:lstStyle/>
        <a:p>
          <a:endParaRPr lang="es-ES"/>
        </a:p>
      </dgm:t>
    </dgm:pt>
    <dgm:pt modelId="{3B902D3F-C4EF-44AE-8E5B-097C2A8B4D4B}" type="sibTrans" cxnId="{BD4708DE-C9D9-4637-984D-62625CECCA26}">
      <dgm:prSet/>
      <dgm:spPr/>
      <dgm:t>
        <a:bodyPr/>
        <a:lstStyle/>
        <a:p>
          <a:endParaRPr lang="es-ES"/>
        </a:p>
      </dgm:t>
    </dgm:pt>
    <dgm:pt modelId="{E3BBC3C9-44F9-4A9D-951B-9D52F6131295}">
      <dgm:prSet phldrT="[Texto]"/>
      <dgm:spPr/>
      <dgm:t>
        <a:bodyPr/>
        <a:lstStyle/>
        <a:p>
          <a:r>
            <a:rPr lang="es-ES" dirty="0"/>
            <a:t>PREDICCIÓN </a:t>
          </a:r>
          <a:r>
            <a:rPr lang="es-ES" dirty="0">
              <a:sym typeface="Wingdings" panose="05000000000000000000" pitchFamily="2" charset="2"/>
            </a:rPr>
            <a:t> </a:t>
          </a:r>
          <a:r>
            <a:rPr lang="es-ES" i="1" dirty="0">
              <a:sym typeface="Wingdings" panose="05000000000000000000" pitchFamily="2" charset="2"/>
            </a:rPr>
            <a:t>Short-</a:t>
          </a:r>
          <a:r>
            <a:rPr lang="es-ES" i="1" dirty="0" err="1">
              <a:sym typeface="Wingdings" panose="05000000000000000000" pitchFamily="2" charset="2"/>
            </a:rPr>
            <a:t>term</a:t>
          </a:r>
          <a:endParaRPr lang="es-ES" i="1" dirty="0"/>
        </a:p>
      </dgm:t>
    </dgm:pt>
    <dgm:pt modelId="{4EB2BEB4-D270-47A9-962A-12B133D9F2CD}" type="parTrans" cxnId="{3595F0BA-837B-477C-8F55-642E5E37AC4E}">
      <dgm:prSet/>
      <dgm:spPr/>
      <dgm:t>
        <a:bodyPr/>
        <a:lstStyle/>
        <a:p>
          <a:endParaRPr lang="es-ES"/>
        </a:p>
      </dgm:t>
    </dgm:pt>
    <dgm:pt modelId="{D26C7CC3-C841-4E74-8B1B-2958F4C881E6}" type="sibTrans" cxnId="{3595F0BA-837B-477C-8F55-642E5E37AC4E}">
      <dgm:prSet/>
      <dgm:spPr/>
      <dgm:t>
        <a:bodyPr/>
        <a:lstStyle/>
        <a:p>
          <a:endParaRPr lang="es-ES"/>
        </a:p>
      </dgm:t>
    </dgm:pt>
    <dgm:pt modelId="{88859922-94A8-4B6F-B3F2-7A8AD7B6494E}">
      <dgm:prSet phldrT="[Texto]"/>
      <dgm:spPr/>
      <dgm:t>
        <a:bodyPr/>
        <a:lstStyle/>
        <a:p>
          <a:r>
            <a:rPr lang="es-ES" dirty="0"/>
            <a:t>DPS</a:t>
          </a:r>
        </a:p>
      </dgm:t>
    </dgm:pt>
    <dgm:pt modelId="{385D4649-3354-417F-9979-DE50A791E655}" type="parTrans" cxnId="{E2652246-7534-4E8F-AD55-2D001FB184E6}">
      <dgm:prSet/>
      <dgm:spPr/>
      <dgm:t>
        <a:bodyPr/>
        <a:lstStyle/>
        <a:p>
          <a:endParaRPr lang="es-ES"/>
        </a:p>
      </dgm:t>
    </dgm:pt>
    <dgm:pt modelId="{2A02086E-907C-4953-8A76-C1EB5F3C33A0}" type="sibTrans" cxnId="{E2652246-7534-4E8F-AD55-2D001FB184E6}">
      <dgm:prSet/>
      <dgm:spPr/>
      <dgm:t>
        <a:bodyPr/>
        <a:lstStyle/>
        <a:p>
          <a:endParaRPr lang="es-ES"/>
        </a:p>
      </dgm:t>
    </dgm:pt>
    <dgm:pt modelId="{E63FDB5E-B130-4547-9671-57ECEF223FD8}">
      <dgm:prSet/>
      <dgm:spPr/>
      <dgm:t>
        <a:bodyPr/>
        <a:lstStyle/>
        <a:p>
          <a:r>
            <a:rPr lang="es-ES" dirty="0"/>
            <a:t>TRATAR VALORES  </a:t>
          </a:r>
          <a:r>
            <a:rPr lang="es-ES" i="1" dirty="0" err="1"/>
            <a:t>Nan</a:t>
          </a:r>
          <a:r>
            <a:rPr lang="es-ES" i="1" dirty="0"/>
            <a:t> </a:t>
          </a:r>
          <a:endParaRPr lang="es-ES" dirty="0"/>
        </a:p>
      </dgm:t>
    </dgm:pt>
    <dgm:pt modelId="{914EBCDF-E00D-494C-910B-80194924A3EF}" type="parTrans" cxnId="{3DEC299C-0B03-4F62-AB51-D9B454AACF17}">
      <dgm:prSet/>
      <dgm:spPr/>
      <dgm:t>
        <a:bodyPr/>
        <a:lstStyle/>
        <a:p>
          <a:endParaRPr lang="es-ES"/>
        </a:p>
      </dgm:t>
    </dgm:pt>
    <dgm:pt modelId="{0F1A23C2-4143-4AF6-A8CD-896EAAEFAEB5}" type="sibTrans" cxnId="{3DEC299C-0B03-4F62-AB51-D9B454AACF17}">
      <dgm:prSet/>
      <dgm:spPr/>
      <dgm:t>
        <a:bodyPr/>
        <a:lstStyle/>
        <a:p>
          <a:endParaRPr lang="es-ES"/>
        </a:p>
      </dgm:t>
    </dgm:pt>
    <dgm:pt modelId="{CE307123-8DF4-4610-81B2-246055DEE215}">
      <dgm:prSet phldrT="[Texto]"/>
      <dgm:spPr/>
      <dgm:t>
        <a:bodyPr/>
        <a:lstStyle/>
        <a:p>
          <a:r>
            <a:rPr lang="es-ES" dirty="0"/>
            <a:t>COMBINAR BIOMARCADORES</a:t>
          </a:r>
        </a:p>
      </dgm:t>
    </dgm:pt>
    <dgm:pt modelId="{BC1FD8A8-F12B-4FF4-9F18-444CC980CF2B}" type="parTrans" cxnId="{1FA51241-8ED3-4944-A19E-4B0DDE0EB2B2}">
      <dgm:prSet/>
      <dgm:spPr/>
      <dgm:t>
        <a:bodyPr/>
        <a:lstStyle/>
        <a:p>
          <a:endParaRPr lang="es-ES"/>
        </a:p>
      </dgm:t>
    </dgm:pt>
    <dgm:pt modelId="{6FF6D8CC-CBC8-40F9-A45C-9111268D7876}" type="sibTrans" cxnId="{1FA51241-8ED3-4944-A19E-4B0DDE0EB2B2}">
      <dgm:prSet/>
      <dgm:spPr/>
      <dgm:t>
        <a:bodyPr/>
        <a:lstStyle/>
        <a:p>
          <a:endParaRPr lang="es-ES"/>
        </a:p>
      </dgm:t>
    </dgm:pt>
    <dgm:pt modelId="{8A7F0599-7478-494E-817F-268C37B58975}">
      <dgm:prSet phldrT="[Texto]"/>
      <dgm:spPr/>
      <dgm:t>
        <a:bodyPr/>
        <a:lstStyle/>
        <a:p>
          <a:r>
            <a:rPr lang="es-ES" dirty="0"/>
            <a:t>AGRUPAR</a:t>
          </a:r>
        </a:p>
      </dgm:t>
    </dgm:pt>
    <dgm:pt modelId="{439A658A-CBFF-4F70-AEC9-FF7B73408E86}" type="parTrans" cxnId="{B8AFE540-BFA4-4A15-9A41-8E7CF9C49B26}">
      <dgm:prSet/>
      <dgm:spPr/>
      <dgm:t>
        <a:bodyPr/>
        <a:lstStyle/>
        <a:p>
          <a:endParaRPr lang="es-ES"/>
        </a:p>
      </dgm:t>
    </dgm:pt>
    <dgm:pt modelId="{68EC0102-B9C5-4AEB-8F8F-9612DE0867AC}" type="sibTrans" cxnId="{B8AFE540-BFA4-4A15-9A41-8E7CF9C49B26}">
      <dgm:prSet/>
      <dgm:spPr/>
      <dgm:t>
        <a:bodyPr/>
        <a:lstStyle/>
        <a:p>
          <a:endParaRPr lang="es-ES"/>
        </a:p>
      </dgm:t>
    </dgm:pt>
    <dgm:pt modelId="{B06EF7DD-5ABB-49BB-9799-78B88DE21F08}">
      <dgm:prSet phldrT="[Texto]"/>
      <dgm:spPr/>
      <dgm:t>
        <a:bodyPr/>
        <a:lstStyle/>
        <a:p>
          <a:r>
            <a:rPr lang="es-ES" dirty="0"/>
            <a:t>TIEMPOS DE CONVERSIÓN</a:t>
          </a:r>
        </a:p>
      </dgm:t>
    </dgm:pt>
    <dgm:pt modelId="{30CC047D-5FA8-42D2-983F-FAEA6407AA0C}" type="parTrans" cxnId="{FD1B3B26-EACB-48ED-941E-9C0D24965A4E}">
      <dgm:prSet/>
      <dgm:spPr/>
      <dgm:t>
        <a:bodyPr/>
        <a:lstStyle/>
        <a:p>
          <a:endParaRPr lang="es-ES"/>
        </a:p>
      </dgm:t>
    </dgm:pt>
    <dgm:pt modelId="{04EADBC5-18DE-478A-A5AE-A627B5A5B6CC}" type="sibTrans" cxnId="{FD1B3B26-EACB-48ED-941E-9C0D24965A4E}">
      <dgm:prSet/>
      <dgm:spPr/>
      <dgm:t>
        <a:bodyPr/>
        <a:lstStyle/>
        <a:p>
          <a:endParaRPr lang="es-ES"/>
        </a:p>
      </dgm:t>
    </dgm:pt>
    <dgm:pt modelId="{C35D9E16-F10B-456D-A552-5E3A0EB31A2E}">
      <dgm:prSet phldrT="[Texto]"/>
      <dgm:spPr/>
      <dgm:t>
        <a:bodyPr/>
        <a:lstStyle/>
        <a:p>
          <a:r>
            <a:rPr lang="es-ES" dirty="0"/>
            <a:t>BAYES, SCORES Y AUC</a:t>
          </a:r>
        </a:p>
      </dgm:t>
    </dgm:pt>
    <dgm:pt modelId="{7BBC19D9-455B-4908-B1CE-627369F8B151}" type="parTrans" cxnId="{ADE4ECFB-2A71-453C-A1F2-4216D239A8A6}">
      <dgm:prSet/>
      <dgm:spPr/>
      <dgm:t>
        <a:bodyPr/>
        <a:lstStyle/>
        <a:p>
          <a:endParaRPr lang="es-ES"/>
        </a:p>
      </dgm:t>
    </dgm:pt>
    <dgm:pt modelId="{E13AD1D2-8FFF-4225-9905-9FF1BD8D0A07}" type="sibTrans" cxnId="{ADE4ECFB-2A71-453C-A1F2-4216D239A8A6}">
      <dgm:prSet/>
      <dgm:spPr/>
      <dgm:t>
        <a:bodyPr/>
        <a:lstStyle/>
        <a:p>
          <a:endParaRPr lang="es-ES"/>
        </a:p>
      </dgm:t>
    </dgm:pt>
    <dgm:pt modelId="{165A19A5-79D5-4CAF-BAAF-018EE0409782}" type="pres">
      <dgm:prSet presAssocID="{D6C7CF60-1294-47A7-94A9-EA02714C48A4}" presName="Name0" presStyleCnt="0">
        <dgm:presLayoutVars>
          <dgm:dir/>
          <dgm:animLvl val="lvl"/>
          <dgm:resizeHandles val="exact"/>
        </dgm:presLayoutVars>
      </dgm:prSet>
      <dgm:spPr/>
    </dgm:pt>
    <dgm:pt modelId="{518D1441-6E06-41E0-9A1E-E974D8E5BC5E}" type="pres">
      <dgm:prSet presAssocID="{F3FDF783-577E-4839-8556-2C5222E8C681}" presName="vertFlow" presStyleCnt="0"/>
      <dgm:spPr/>
    </dgm:pt>
    <dgm:pt modelId="{71CA44BE-305C-4659-80A3-A8C7605D9161}" type="pres">
      <dgm:prSet presAssocID="{F3FDF783-577E-4839-8556-2C5222E8C681}" presName="header" presStyleLbl="node1" presStyleIdx="0" presStyleCnt="3" custScaleX="116854"/>
      <dgm:spPr/>
    </dgm:pt>
    <dgm:pt modelId="{D038F78F-E360-43CA-A917-0F78E87CDF94}" type="pres">
      <dgm:prSet presAssocID="{568E976C-BA27-4994-9994-E5A26911F4FB}" presName="parTrans" presStyleLbl="sibTrans2D1" presStyleIdx="0" presStyleCnt="12"/>
      <dgm:spPr/>
    </dgm:pt>
    <dgm:pt modelId="{CC457705-1E67-4BB0-9740-3136DDCE8D57}" type="pres">
      <dgm:prSet presAssocID="{F66412C2-CBE0-44DC-AA31-45AEA11DCE5B}" presName="child" presStyleLbl="alignAccFollowNode1" presStyleIdx="0" presStyleCnt="12" custScaleX="106658">
        <dgm:presLayoutVars>
          <dgm:chMax val="0"/>
          <dgm:bulletEnabled val="1"/>
        </dgm:presLayoutVars>
      </dgm:prSet>
      <dgm:spPr/>
    </dgm:pt>
    <dgm:pt modelId="{9C1D28ED-89C9-462D-9782-7C8C71B528C8}" type="pres">
      <dgm:prSet presAssocID="{85CFE4E2-D59E-4EAC-B972-5E61220A212C}" presName="sibTrans" presStyleLbl="sibTrans2D1" presStyleIdx="1" presStyleCnt="12"/>
      <dgm:spPr/>
    </dgm:pt>
    <dgm:pt modelId="{53C25534-E9BF-4C63-A9A2-57B80695765C}" type="pres">
      <dgm:prSet presAssocID="{E63FDB5E-B130-4547-9671-57ECEF223FD8}" presName="child" presStyleLbl="alignAccFollowNode1" presStyleIdx="1" presStyleCnt="12">
        <dgm:presLayoutVars>
          <dgm:chMax val="0"/>
          <dgm:bulletEnabled val="1"/>
        </dgm:presLayoutVars>
      </dgm:prSet>
      <dgm:spPr/>
    </dgm:pt>
    <dgm:pt modelId="{9C96CEBC-19C1-48C2-8E94-038723467EE5}" type="pres">
      <dgm:prSet presAssocID="{0F1A23C2-4143-4AF6-A8CD-896EAAEFAEB5}" presName="sibTrans" presStyleLbl="sibTrans2D1" presStyleIdx="2" presStyleCnt="12"/>
      <dgm:spPr/>
    </dgm:pt>
    <dgm:pt modelId="{D346B313-E1C2-4E31-87AB-DE384213CEF5}" type="pres">
      <dgm:prSet presAssocID="{EBCB0537-1AAC-471E-B774-0BC7A3F1F7CB}" presName="child" presStyleLbl="alignAccFollowNode1" presStyleIdx="2" presStyleCnt="12">
        <dgm:presLayoutVars>
          <dgm:chMax val="0"/>
          <dgm:bulletEnabled val="1"/>
        </dgm:presLayoutVars>
      </dgm:prSet>
      <dgm:spPr/>
    </dgm:pt>
    <dgm:pt modelId="{01827FD4-D536-4090-B1BC-20F809ABBDD0}" type="pres">
      <dgm:prSet presAssocID="{6BD12B17-E36B-40BE-AA7C-5B46717FC257}" presName="sibTrans" presStyleLbl="sibTrans2D1" presStyleIdx="3" presStyleCnt="12"/>
      <dgm:spPr/>
    </dgm:pt>
    <dgm:pt modelId="{D82F916D-C8C0-413E-BE55-898DF5962D18}" type="pres">
      <dgm:prSet presAssocID="{CE307123-8DF4-4610-81B2-246055DEE215}" presName="child" presStyleLbl="alignAccFollowNode1" presStyleIdx="3" presStyleCnt="12">
        <dgm:presLayoutVars>
          <dgm:chMax val="0"/>
          <dgm:bulletEnabled val="1"/>
        </dgm:presLayoutVars>
      </dgm:prSet>
      <dgm:spPr/>
    </dgm:pt>
    <dgm:pt modelId="{B799A364-1A00-4FCC-9A0D-23F22229F757}" type="pres">
      <dgm:prSet presAssocID="{6FF6D8CC-CBC8-40F9-A45C-9111268D7876}" presName="sibTrans" presStyleLbl="sibTrans2D1" presStyleIdx="4" presStyleCnt="12"/>
      <dgm:spPr/>
    </dgm:pt>
    <dgm:pt modelId="{78344A23-84A8-46A2-A369-27D064FB5069}" type="pres">
      <dgm:prSet presAssocID="{8A7F0599-7478-494E-817F-268C37B58975}" presName="child" presStyleLbl="alignAccFollowNode1" presStyleIdx="4" presStyleCnt="12">
        <dgm:presLayoutVars>
          <dgm:chMax val="0"/>
          <dgm:bulletEnabled val="1"/>
        </dgm:presLayoutVars>
      </dgm:prSet>
      <dgm:spPr/>
    </dgm:pt>
    <dgm:pt modelId="{7DA0537E-BA7E-47ED-A07B-2CB1D93614C7}" type="pres">
      <dgm:prSet presAssocID="{F3FDF783-577E-4839-8556-2C5222E8C681}" presName="hSp" presStyleCnt="0"/>
      <dgm:spPr/>
    </dgm:pt>
    <dgm:pt modelId="{25C4B124-F3E8-4DEF-B14F-BDB95EE353C1}" type="pres">
      <dgm:prSet presAssocID="{436E2339-9111-464F-A778-5EC2F39E9635}" presName="vertFlow" presStyleCnt="0"/>
      <dgm:spPr/>
    </dgm:pt>
    <dgm:pt modelId="{7C8D2CF0-8E3A-4BE0-846D-ACEC70E7D70A}" type="pres">
      <dgm:prSet presAssocID="{436E2339-9111-464F-A778-5EC2F39E9635}" presName="header" presStyleLbl="node1" presStyleIdx="1" presStyleCnt="3" custScaleX="124335" custScaleY="102975"/>
      <dgm:spPr/>
    </dgm:pt>
    <dgm:pt modelId="{7433CC79-DE51-4C30-90F1-6BA73D0F14E1}" type="pres">
      <dgm:prSet presAssocID="{0847BF60-3CED-4000-80B5-C3CC104B1E1E}" presName="parTrans" presStyleLbl="sibTrans2D1" presStyleIdx="5" presStyleCnt="12"/>
      <dgm:spPr/>
    </dgm:pt>
    <dgm:pt modelId="{DFB9F8AB-2FC0-417B-B101-D735AFF0E673}" type="pres">
      <dgm:prSet presAssocID="{64A3AE3A-B4BA-4FF1-A927-5BF17124E93C}" presName="child" presStyleLbl="alignAccFollowNode1" presStyleIdx="5" presStyleCnt="12" custScaleX="123270">
        <dgm:presLayoutVars>
          <dgm:chMax val="0"/>
          <dgm:bulletEnabled val="1"/>
        </dgm:presLayoutVars>
      </dgm:prSet>
      <dgm:spPr/>
    </dgm:pt>
    <dgm:pt modelId="{BF173829-614E-4ECE-BFAA-46FCF5502E32}" type="pres">
      <dgm:prSet presAssocID="{873E3EA8-C08B-48BB-86AF-73D8E1A4E9E4}" presName="sibTrans" presStyleLbl="sibTrans2D1" presStyleIdx="6" presStyleCnt="12"/>
      <dgm:spPr/>
    </dgm:pt>
    <dgm:pt modelId="{4B8929CB-0165-4CE8-A7F1-844C3C7B60AF}" type="pres">
      <dgm:prSet presAssocID="{A2407599-20A2-48D2-9E66-99E8A907DBA6}" presName="child" presStyleLbl="alignAccFollowNode1" presStyleIdx="6" presStyleCnt="12" custScaleX="122049">
        <dgm:presLayoutVars>
          <dgm:chMax val="0"/>
          <dgm:bulletEnabled val="1"/>
        </dgm:presLayoutVars>
      </dgm:prSet>
      <dgm:spPr/>
    </dgm:pt>
    <dgm:pt modelId="{83275A3A-2C7F-4E9D-9459-C5F221B72E54}" type="pres">
      <dgm:prSet presAssocID="{3B902D3F-C4EF-44AE-8E5B-097C2A8B4D4B}" presName="sibTrans" presStyleLbl="sibTrans2D1" presStyleIdx="7" presStyleCnt="12"/>
      <dgm:spPr/>
    </dgm:pt>
    <dgm:pt modelId="{72955820-CB87-43BF-B641-694887B3F165}" type="pres">
      <dgm:prSet presAssocID="{E3BBC3C9-44F9-4A9D-951B-9D52F6131295}" presName="child" presStyleLbl="alignAccFollowNode1" presStyleIdx="7" presStyleCnt="12" custScaleX="122049">
        <dgm:presLayoutVars>
          <dgm:chMax val="0"/>
          <dgm:bulletEnabled val="1"/>
        </dgm:presLayoutVars>
      </dgm:prSet>
      <dgm:spPr/>
    </dgm:pt>
    <dgm:pt modelId="{1BE7B21D-BA8C-4298-A4E2-FB474950DDFE}" type="pres">
      <dgm:prSet presAssocID="{436E2339-9111-464F-A778-5EC2F39E9635}" presName="hSp" presStyleCnt="0"/>
      <dgm:spPr/>
    </dgm:pt>
    <dgm:pt modelId="{CC1C9A33-6C30-49EF-A3BE-1F784FF27B49}" type="pres">
      <dgm:prSet presAssocID="{267BF024-F178-46D9-BC24-D4182E1A39BE}" presName="vertFlow" presStyleCnt="0"/>
      <dgm:spPr/>
    </dgm:pt>
    <dgm:pt modelId="{85646ABB-2D3A-4085-A8BB-F8F06057A7D7}" type="pres">
      <dgm:prSet presAssocID="{267BF024-F178-46D9-BC24-D4182E1A39BE}" presName="header" presStyleLbl="node1" presStyleIdx="2" presStyleCnt="3" custScaleX="122872"/>
      <dgm:spPr/>
    </dgm:pt>
    <dgm:pt modelId="{F3B785AE-9F64-4575-B4F7-2941A9A1A190}" type="pres">
      <dgm:prSet presAssocID="{4041E219-A7FC-47A9-A73E-126B8B62E14A}" presName="parTrans" presStyleLbl="sibTrans2D1" presStyleIdx="8" presStyleCnt="12"/>
      <dgm:spPr/>
    </dgm:pt>
    <dgm:pt modelId="{E73F3EAA-332B-4091-8F06-2EBB3864DC21}" type="pres">
      <dgm:prSet presAssocID="{A17AF3FD-8333-4E3C-91F0-864C0A1D69B0}" presName="child" presStyleLbl="alignAccFollowNode1" presStyleIdx="8" presStyleCnt="12">
        <dgm:presLayoutVars>
          <dgm:chMax val="0"/>
          <dgm:bulletEnabled val="1"/>
        </dgm:presLayoutVars>
      </dgm:prSet>
      <dgm:spPr/>
    </dgm:pt>
    <dgm:pt modelId="{3A659B7A-FA3C-4D99-98D0-540225BC58D1}" type="pres">
      <dgm:prSet presAssocID="{75AEF210-FC66-4A88-BFD5-304683BFCC61}" presName="sibTrans" presStyleLbl="sibTrans2D1" presStyleIdx="9" presStyleCnt="12"/>
      <dgm:spPr/>
    </dgm:pt>
    <dgm:pt modelId="{9E0CF61E-374D-4694-AEEE-EAE04D9AE779}" type="pres">
      <dgm:prSet presAssocID="{88859922-94A8-4B6F-B3F2-7A8AD7B6494E}" presName="child" presStyleLbl="alignAccFollowNode1" presStyleIdx="9" presStyleCnt="12">
        <dgm:presLayoutVars>
          <dgm:chMax val="0"/>
          <dgm:bulletEnabled val="1"/>
        </dgm:presLayoutVars>
      </dgm:prSet>
      <dgm:spPr/>
    </dgm:pt>
    <dgm:pt modelId="{AAE1F0A3-9FAB-478B-BC93-F6406FEEDD3E}" type="pres">
      <dgm:prSet presAssocID="{2A02086E-907C-4953-8A76-C1EB5F3C33A0}" presName="sibTrans" presStyleLbl="sibTrans2D1" presStyleIdx="10" presStyleCnt="12"/>
      <dgm:spPr/>
    </dgm:pt>
    <dgm:pt modelId="{41E6D71C-324D-4708-B1F0-E6B9BB8A6CB1}" type="pres">
      <dgm:prSet presAssocID="{C35D9E16-F10B-456D-A552-5E3A0EB31A2E}" presName="child" presStyleLbl="alignAccFollowNode1" presStyleIdx="10" presStyleCnt="12">
        <dgm:presLayoutVars>
          <dgm:chMax val="0"/>
          <dgm:bulletEnabled val="1"/>
        </dgm:presLayoutVars>
      </dgm:prSet>
      <dgm:spPr/>
    </dgm:pt>
    <dgm:pt modelId="{138ED6C1-CF6F-4FA3-ADD4-9AD25B21C51B}" type="pres">
      <dgm:prSet presAssocID="{E13AD1D2-8FFF-4225-9905-9FF1BD8D0A07}" presName="sibTrans" presStyleLbl="sibTrans2D1" presStyleIdx="11" presStyleCnt="12"/>
      <dgm:spPr/>
    </dgm:pt>
    <dgm:pt modelId="{0FD12EFD-DF79-4AA0-970C-A99A9FBFDCF4}" type="pres">
      <dgm:prSet presAssocID="{B06EF7DD-5ABB-49BB-9799-78B88DE21F08}" presName="child" presStyleLbl="alignAccFollowNode1" presStyleIdx="11" presStyleCnt="12">
        <dgm:presLayoutVars>
          <dgm:chMax val="0"/>
          <dgm:bulletEnabled val="1"/>
        </dgm:presLayoutVars>
      </dgm:prSet>
      <dgm:spPr/>
    </dgm:pt>
  </dgm:ptLst>
  <dgm:cxnLst>
    <dgm:cxn modelId="{11ABFA0C-1F8B-4DC2-90FB-8933073957CF}" type="presOf" srcId="{B06EF7DD-5ABB-49BB-9799-78B88DE21F08}" destId="{0FD12EFD-DF79-4AA0-970C-A99A9FBFDCF4}" srcOrd="0" destOrd="0" presId="urn:microsoft.com/office/officeart/2005/8/layout/lProcess1"/>
    <dgm:cxn modelId="{098BA00E-9C2D-46CA-9C46-90A5AB77BEDA}" srcId="{436E2339-9111-464F-A778-5EC2F39E9635}" destId="{64A3AE3A-B4BA-4FF1-A927-5BF17124E93C}" srcOrd="0" destOrd="0" parTransId="{0847BF60-3CED-4000-80B5-C3CC104B1E1E}" sibTransId="{873E3EA8-C08B-48BB-86AF-73D8E1A4E9E4}"/>
    <dgm:cxn modelId="{D772321B-0D2E-468A-92FE-A0EF741C5397}" type="presOf" srcId="{A17AF3FD-8333-4E3C-91F0-864C0A1D69B0}" destId="{E73F3EAA-332B-4091-8F06-2EBB3864DC21}" srcOrd="0" destOrd="0" presId="urn:microsoft.com/office/officeart/2005/8/layout/lProcess1"/>
    <dgm:cxn modelId="{615CAA1D-99C2-4079-8A81-FB94CA521A80}" type="presOf" srcId="{85CFE4E2-D59E-4EAC-B972-5E61220A212C}" destId="{9C1D28ED-89C9-462D-9782-7C8C71B528C8}" srcOrd="0" destOrd="0" presId="urn:microsoft.com/office/officeart/2005/8/layout/lProcess1"/>
    <dgm:cxn modelId="{FD1B3B26-EACB-48ED-941E-9C0D24965A4E}" srcId="{267BF024-F178-46D9-BC24-D4182E1A39BE}" destId="{B06EF7DD-5ABB-49BB-9799-78B88DE21F08}" srcOrd="3" destOrd="0" parTransId="{30CC047D-5FA8-42D2-983F-FAEA6407AA0C}" sibTransId="{04EADBC5-18DE-478A-A5AE-A627B5A5B6CC}"/>
    <dgm:cxn modelId="{5A620034-9DBB-408C-A439-E5B9C18791A5}" srcId="{267BF024-F178-46D9-BC24-D4182E1A39BE}" destId="{A17AF3FD-8333-4E3C-91F0-864C0A1D69B0}" srcOrd="0" destOrd="0" parTransId="{4041E219-A7FC-47A9-A73E-126B8B62E14A}" sibTransId="{75AEF210-FC66-4A88-BFD5-304683BFCC61}"/>
    <dgm:cxn modelId="{B8AFE540-BFA4-4A15-9A41-8E7CF9C49B26}" srcId="{F3FDF783-577E-4839-8556-2C5222E8C681}" destId="{8A7F0599-7478-494E-817F-268C37B58975}" srcOrd="4" destOrd="0" parTransId="{439A658A-CBFF-4F70-AEC9-FF7B73408E86}" sibTransId="{68EC0102-B9C5-4AEB-8F8F-9612DE0867AC}"/>
    <dgm:cxn modelId="{745F145F-28B4-49D3-B142-7FF29317322E}" type="presOf" srcId="{E13AD1D2-8FFF-4225-9905-9FF1BD8D0A07}" destId="{138ED6C1-CF6F-4FA3-ADD4-9AD25B21C51B}" srcOrd="0" destOrd="0" presId="urn:microsoft.com/office/officeart/2005/8/layout/lProcess1"/>
    <dgm:cxn modelId="{1FA51241-8ED3-4944-A19E-4B0DDE0EB2B2}" srcId="{F3FDF783-577E-4839-8556-2C5222E8C681}" destId="{CE307123-8DF4-4610-81B2-246055DEE215}" srcOrd="3" destOrd="0" parTransId="{BC1FD8A8-F12B-4FF4-9F18-444CC980CF2B}" sibTransId="{6FF6D8CC-CBC8-40F9-A45C-9111268D7876}"/>
    <dgm:cxn modelId="{E2652246-7534-4E8F-AD55-2D001FB184E6}" srcId="{267BF024-F178-46D9-BC24-D4182E1A39BE}" destId="{88859922-94A8-4B6F-B3F2-7A8AD7B6494E}" srcOrd="1" destOrd="0" parTransId="{385D4649-3354-417F-9979-DE50A791E655}" sibTransId="{2A02086E-907C-4953-8A76-C1EB5F3C33A0}"/>
    <dgm:cxn modelId="{AC4CBE4A-E6FB-46ED-A7FA-F1F5B923A8C8}" type="presOf" srcId="{EBCB0537-1AAC-471E-B774-0BC7A3F1F7CB}" destId="{D346B313-E1C2-4E31-87AB-DE384213CEF5}" srcOrd="0" destOrd="0" presId="urn:microsoft.com/office/officeart/2005/8/layout/lProcess1"/>
    <dgm:cxn modelId="{B164774B-214C-42FF-9836-72450F07320C}" type="presOf" srcId="{6FF6D8CC-CBC8-40F9-A45C-9111268D7876}" destId="{B799A364-1A00-4FCC-9A0D-23F22229F757}" srcOrd="0" destOrd="0" presId="urn:microsoft.com/office/officeart/2005/8/layout/lProcess1"/>
    <dgm:cxn modelId="{18C2144C-B0DF-434D-9312-53E590F400DE}" type="presOf" srcId="{F66412C2-CBE0-44DC-AA31-45AEA11DCE5B}" destId="{CC457705-1E67-4BB0-9740-3136DDCE8D57}" srcOrd="0" destOrd="0" presId="urn:microsoft.com/office/officeart/2005/8/layout/lProcess1"/>
    <dgm:cxn modelId="{8B56C56F-107F-458E-81C4-5539F7EF2AA6}" type="presOf" srcId="{4041E219-A7FC-47A9-A73E-126B8B62E14A}" destId="{F3B785AE-9F64-4575-B4F7-2941A9A1A190}" srcOrd="0" destOrd="0" presId="urn:microsoft.com/office/officeart/2005/8/layout/lProcess1"/>
    <dgm:cxn modelId="{35AECD6F-2A54-4ECC-A212-0E26B3E1D147}" type="presOf" srcId="{6BD12B17-E36B-40BE-AA7C-5B46717FC257}" destId="{01827FD4-D536-4090-B1BC-20F809ABBDD0}" srcOrd="0" destOrd="0" presId="urn:microsoft.com/office/officeart/2005/8/layout/lProcess1"/>
    <dgm:cxn modelId="{DE773756-7C3B-41D2-9968-19E44359FBC3}" type="presOf" srcId="{A2407599-20A2-48D2-9E66-99E8A907DBA6}" destId="{4B8929CB-0165-4CE8-A7F1-844C3C7B60AF}" srcOrd="0" destOrd="0" presId="urn:microsoft.com/office/officeart/2005/8/layout/lProcess1"/>
    <dgm:cxn modelId="{4ADAEE59-D2DE-4740-941C-137E9D5D42A5}" type="presOf" srcId="{D6C7CF60-1294-47A7-94A9-EA02714C48A4}" destId="{165A19A5-79D5-4CAF-BAAF-018EE0409782}" srcOrd="0" destOrd="0" presId="urn:microsoft.com/office/officeart/2005/8/layout/lProcess1"/>
    <dgm:cxn modelId="{BC282686-58E6-4445-A052-B6FB5A4FDBEC}" srcId="{D6C7CF60-1294-47A7-94A9-EA02714C48A4}" destId="{436E2339-9111-464F-A778-5EC2F39E9635}" srcOrd="1" destOrd="0" parTransId="{B36B4580-B4B6-4AF4-89BE-7A027C442D41}" sibTransId="{8BC2BD0D-BBE9-42F9-89E5-12B24FCDF8F1}"/>
    <dgm:cxn modelId="{61CB638F-E80C-43C5-9098-0EE37D105DB4}" srcId="{D6C7CF60-1294-47A7-94A9-EA02714C48A4}" destId="{F3FDF783-577E-4839-8556-2C5222E8C681}" srcOrd="0" destOrd="0" parTransId="{A4A2560F-435F-409B-8FF8-DE96BB3D464F}" sibTransId="{2E983AB2-0EE4-457D-A8FE-FE20711C8558}"/>
    <dgm:cxn modelId="{3A89718F-2694-4B76-891D-57A1DF2B72BC}" type="presOf" srcId="{3B902D3F-C4EF-44AE-8E5B-097C2A8B4D4B}" destId="{83275A3A-2C7F-4E9D-9459-C5F221B72E54}" srcOrd="0" destOrd="0" presId="urn:microsoft.com/office/officeart/2005/8/layout/lProcess1"/>
    <dgm:cxn modelId="{DE57EA92-A357-4ADA-BCD7-D17B44BA8CAF}" type="presOf" srcId="{267BF024-F178-46D9-BC24-D4182E1A39BE}" destId="{85646ABB-2D3A-4085-A8BB-F8F06057A7D7}" srcOrd="0" destOrd="0" presId="urn:microsoft.com/office/officeart/2005/8/layout/lProcess1"/>
    <dgm:cxn modelId="{7611279C-4DF7-4F58-98A2-F6C371691E28}" srcId="{F3FDF783-577E-4839-8556-2C5222E8C681}" destId="{EBCB0537-1AAC-471E-B774-0BC7A3F1F7CB}" srcOrd="2" destOrd="0" parTransId="{721823E5-00E2-4402-BAC7-5288B7861AB6}" sibTransId="{6BD12B17-E36B-40BE-AA7C-5B46717FC257}"/>
    <dgm:cxn modelId="{3DEC299C-0B03-4F62-AB51-D9B454AACF17}" srcId="{F3FDF783-577E-4839-8556-2C5222E8C681}" destId="{E63FDB5E-B130-4547-9671-57ECEF223FD8}" srcOrd="1" destOrd="0" parTransId="{914EBCDF-E00D-494C-910B-80194924A3EF}" sibTransId="{0F1A23C2-4143-4AF6-A8CD-896EAAEFAEB5}"/>
    <dgm:cxn modelId="{1802179F-178A-42B3-8645-6C5F76629969}" type="presOf" srcId="{0F1A23C2-4143-4AF6-A8CD-896EAAEFAEB5}" destId="{9C96CEBC-19C1-48C2-8E94-038723467EE5}" srcOrd="0" destOrd="0" presId="urn:microsoft.com/office/officeart/2005/8/layout/lProcess1"/>
    <dgm:cxn modelId="{99C02DA0-EE2F-424F-B504-6B007A8B9C46}" type="presOf" srcId="{E63FDB5E-B130-4547-9671-57ECEF223FD8}" destId="{53C25534-E9BF-4C63-A9A2-57B80695765C}" srcOrd="0" destOrd="0" presId="urn:microsoft.com/office/officeart/2005/8/layout/lProcess1"/>
    <dgm:cxn modelId="{CE8EFDAA-242C-4464-AF30-B887AFFCA619}" type="presOf" srcId="{CE307123-8DF4-4610-81B2-246055DEE215}" destId="{D82F916D-C8C0-413E-BE55-898DF5962D18}" srcOrd="0" destOrd="0" presId="urn:microsoft.com/office/officeart/2005/8/layout/lProcess1"/>
    <dgm:cxn modelId="{CBBAF2B1-72C0-4703-AD08-729D36F31A61}" type="presOf" srcId="{C35D9E16-F10B-456D-A552-5E3A0EB31A2E}" destId="{41E6D71C-324D-4708-B1F0-E6B9BB8A6CB1}" srcOrd="0" destOrd="0" presId="urn:microsoft.com/office/officeart/2005/8/layout/lProcess1"/>
    <dgm:cxn modelId="{5C3FCCB4-0E04-4EAF-9F85-97AD9B763476}" type="presOf" srcId="{2A02086E-907C-4953-8A76-C1EB5F3C33A0}" destId="{AAE1F0A3-9FAB-478B-BC93-F6406FEEDD3E}" srcOrd="0" destOrd="0" presId="urn:microsoft.com/office/officeart/2005/8/layout/lProcess1"/>
    <dgm:cxn modelId="{3F68CEB4-1218-4120-981E-1B70C8F43520}" type="presOf" srcId="{568E976C-BA27-4994-9994-E5A26911F4FB}" destId="{D038F78F-E360-43CA-A917-0F78E87CDF94}" srcOrd="0" destOrd="0" presId="urn:microsoft.com/office/officeart/2005/8/layout/lProcess1"/>
    <dgm:cxn modelId="{C358B2B5-D7CE-4BC0-BB8F-4F9E99E84632}" type="presOf" srcId="{0847BF60-3CED-4000-80B5-C3CC104B1E1E}" destId="{7433CC79-DE51-4C30-90F1-6BA73D0F14E1}" srcOrd="0" destOrd="0" presId="urn:microsoft.com/office/officeart/2005/8/layout/lProcess1"/>
    <dgm:cxn modelId="{3595F0BA-837B-477C-8F55-642E5E37AC4E}" srcId="{436E2339-9111-464F-A778-5EC2F39E9635}" destId="{E3BBC3C9-44F9-4A9D-951B-9D52F6131295}" srcOrd="2" destOrd="0" parTransId="{4EB2BEB4-D270-47A9-962A-12B133D9F2CD}" sibTransId="{D26C7CC3-C841-4E74-8B1B-2958F4C881E6}"/>
    <dgm:cxn modelId="{2C112FBB-E460-458D-A4A6-75011FBCAF74}" type="presOf" srcId="{88859922-94A8-4B6F-B3F2-7A8AD7B6494E}" destId="{9E0CF61E-374D-4694-AEEE-EAE04D9AE779}" srcOrd="0" destOrd="0" presId="urn:microsoft.com/office/officeart/2005/8/layout/lProcess1"/>
    <dgm:cxn modelId="{0A60E3C0-0645-4C7A-A5D5-CE0772522168}" type="presOf" srcId="{436E2339-9111-464F-A778-5EC2F39E9635}" destId="{7C8D2CF0-8E3A-4BE0-846D-ACEC70E7D70A}" srcOrd="0" destOrd="0" presId="urn:microsoft.com/office/officeart/2005/8/layout/lProcess1"/>
    <dgm:cxn modelId="{D71CAAC2-AE76-4D6B-9407-BB35160FCC54}" type="presOf" srcId="{E3BBC3C9-44F9-4A9D-951B-9D52F6131295}" destId="{72955820-CB87-43BF-B641-694887B3F165}" srcOrd="0" destOrd="0" presId="urn:microsoft.com/office/officeart/2005/8/layout/lProcess1"/>
    <dgm:cxn modelId="{92BE55C4-6600-4E41-BDB6-22268793B8E9}" srcId="{D6C7CF60-1294-47A7-94A9-EA02714C48A4}" destId="{267BF024-F178-46D9-BC24-D4182E1A39BE}" srcOrd="2" destOrd="0" parTransId="{304DD647-8C1C-44BA-8033-A7966D2DE259}" sibTransId="{99DA28C5-E88D-4015-99D6-130E4D35E4FD}"/>
    <dgm:cxn modelId="{B1CF6ACD-B49E-4FAE-872D-1D8037DD342C}" type="presOf" srcId="{75AEF210-FC66-4A88-BFD5-304683BFCC61}" destId="{3A659B7A-FA3C-4D99-98D0-540225BC58D1}" srcOrd="0" destOrd="0" presId="urn:microsoft.com/office/officeart/2005/8/layout/lProcess1"/>
    <dgm:cxn modelId="{DD9C05CF-D04E-4EC4-A30C-C49F71FC9C91}" type="presOf" srcId="{873E3EA8-C08B-48BB-86AF-73D8E1A4E9E4}" destId="{BF173829-614E-4ECE-BFAA-46FCF5502E32}" srcOrd="0" destOrd="0" presId="urn:microsoft.com/office/officeart/2005/8/layout/lProcess1"/>
    <dgm:cxn modelId="{630022D0-C96D-4D2F-85E3-AD7A3603590C}" type="presOf" srcId="{F3FDF783-577E-4839-8556-2C5222E8C681}" destId="{71CA44BE-305C-4659-80A3-A8C7605D9161}" srcOrd="0" destOrd="0" presId="urn:microsoft.com/office/officeart/2005/8/layout/lProcess1"/>
    <dgm:cxn modelId="{117F43D3-2DBC-467F-8807-F3F5C826FBB2}" type="presOf" srcId="{64A3AE3A-B4BA-4FF1-A927-5BF17124E93C}" destId="{DFB9F8AB-2FC0-417B-B101-D735AFF0E673}" srcOrd="0" destOrd="0" presId="urn:microsoft.com/office/officeart/2005/8/layout/lProcess1"/>
    <dgm:cxn modelId="{BD4708DE-C9D9-4637-984D-62625CECCA26}" srcId="{436E2339-9111-464F-A778-5EC2F39E9635}" destId="{A2407599-20A2-48D2-9E66-99E8A907DBA6}" srcOrd="1" destOrd="0" parTransId="{A42C0953-AD49-48C3-AAEE-31E458E2FB69}" sibTransId="{3B902D3F-C4EF-44AE-8E5B-097C2A8B4D4B}"/>
    <dgm:cxn modelId="{56DC8DE0-EE26-468E-9B16-27B41E79D8B2}" srcId="{F3FDF783-577E-4839-8556-2C5222E8C681}" destId="{F66412C2-CBE0-44DC-AA31-45AEA11DCE5B}" srcOrd="0" destOrd="0" parTransId="{568E976C-BA27-4994-9994-E5A26911F4FB}" sibTransId="{85CFE4E2-D59E-4EAC-B972-5E61220A212C}"/>
    <dgm:cxn modelId="{10A5D3F9-1E95-429A-BEDC-A0024C1488FD}" type="presOf" srcId="{8A7F0599-7478-494E-817F-268C37B58975}" destId="{78344A23-84A8-46A2-A369-27D064FB5069}" srcOrd="0" destOrd="0" presId="urn:microsoft.com/office/officeart/2005/8/layout/lProcess1"/>
    <dgm:cxn modelId="{ADE4ECFB-2A71-453C-A1F2-4216D239A8A6}" srcId="{267BF024-F178-46D9-BC24-D4182E1A39BE}" destId="{C35D9E16-F10B-456D-A552-5E3A0EB31A2E}" srcOrd="2" destOrd="0" parTransId="{7BBC19D9-455B-4908-B1CE-627369F8B151}" sibTransId="{E13AD1D2-8FFF-4225-9905-9FF1BD8D0A07}"/>
    <dgm:cxn modelId="{33DA6014-32B3-4CD1-A6CC-5EC1DB1972D3}" type="presParOf" srcId="{165A19A5-79D5-4CAF-BAAF-018EE0409782}" destId="{518D1441-6E06-41E0-9A1E-E974D8E5BC5E}" srcOrd="0" destOrd="0" presId="urn:microsoft.com/office/officeart/2005/8/layout/lProcess1"/>
    <dgm:cxn modelId="{B692A1A2-A93B-4C61-9C52-BF93F72DE5F6}" type="presParOf" srcId="{518D1441-6E06-41E0-9A1E-E974D8E5BC5E}" destId="{71CA44BE-305C-4659-80A3-A8C7605D9161}" srcOrd="0" destOrd="0" presId="urn:microsoft.com/office/officeart/2005/8/layout/lProcess1"/>
    <dgm:cxn modelId="{B8C9AA18-4742-4A72-A109-7F518150119B}" type="presParOf" srcId="{518D1441-6E06-41E0-9A1E-E974D8E5BC5E}" destId="{D038F78F-E360-43CA-A917-0F78E87CDF94}" srcOrd="1" destOrd="0" presId="urn:microsoft.com/office/officeart/2005/8/layout/lProcess1"/>
    <dgm:cxn modelId="{BA5783DB-7341-4EFD-937C-4948E1569242}" type="presParOf" srcId="{518D1441-6E06-41E0-9A1E-E974D8E5BC5E}" destId="{CC457705-1E67-4BB0-9740-3136DDCE8D57}" srcOrd="2" destOrd="0" presId="urn:microsoft.com/office/officeart/2005/8/layout/lProcess1"/>
    <dgm:cxn modelId="{C8CDE919-01B7-4C4A-8A36-A18662DD4141}" type="presParOf" srcId="{518D1441-6E06-41E0-9A1E-E974D8E5BC5E}" destId="{9C1D28ED-89C9-462D-9782-7C8C71B528C8}" srcOrd="3" destOrd="0" presId="urn:microsoft.com/office/officeart/2005/8/layout/lProcess1"/>
    <dgm:cxn modelId="{26EEC22D-A307-4953-8FA9-1934547B9941}" type="presParOf" srcId="{518D1441-6E06-41E0-9A1E-E974D8E5BC5E}" destId="{53C25534-E9BF-4C63-A9A2-57B80695765C}" srcOrd="4" destOrd="0" presId="urn:microsoft.com/office/officeart/2005/8/layout/lProcess1"/>
    <dgm:cxn modelId="{FCEF2B70-B86B-4A62-BE89-CBD66A61CF28}" type="presParOf" srcId="{518D1441-6E06-41E0-9A1E-E974D8E5BC5E}" destId="{9C96CEBC-19C1-48C2-8E94-038723467EE5}" srcOrd="5" destOrd="0" presId="urn:microsoft.com/office/officeart/2005/8/layout/lProcess1"/>
    <dgm:cxn modelId="{1BE5B580-B911-47E0-A75A-6207978BC31C}" type="presParOf" srcId="{518D1441-6E06-41E0-9A1E-E974D8E5BC5E}" destId="{D346B313-E1C2-4E31-87AB-DE384213CEF5}" srcOrd="6" destOrd="0" presId="urn:microsoft.com/office/officeart/2005/8/layout/lProcess1"/>
    <dgm:cxn modelId="{35DC10A8-C7BE-4537-8CAD-DEC823B9313B}" type="presParOf" srcId="{518D1441-6E06-41E0-9A1E-E974D8E5BC5E}" destId="{01827FD4-D536-4090-B1BC-20F809ABBDD0}" srcOrd="7" destOrd="0" presId="urn:microsoft.com/office/officeart/2005/8/layout/lProcess1"/>
    <dgm:cxn modelId="{EC181D0E-B3D2-4B0B-866C-B030D2810AE9}" type="presParOf" srcId="{518D1441-6E06-41E0-9A1E-E974D8E5BC5E}" destId="{D82F916D-C8C0-413E-BE55-898DF5962D18}" srcOrd="8" destOrd="0" presId="urn:microsoft.com/office/officeart/2005/8/layout/lProcess1"/>
    <dgm:cxn modelId="{C7540146-511B-4D17-B2B7-77E2A07E5F91}" type="presParOf" srcId="{518D1441-6E06-41E0-9A1E-E974D8E5BC5E}" destId="{B799A364-1A00-4FCC-9A0D-23F22229F757}" srcOrd="9" destOrd="0" presId="urn:microsoft.com/office/officeart/2005/8/layout/lProcess1"/>
    <dgm:cxn modelId="{81F80952-8D07-46C7-86B7-2C5E6A9D8C58}" type="presParOf" srcId="{518D1441-6E06-41E0-9A1E-E974D8E5BC5E}" destId="{78344A23-84A8-46A2-A369-27D064FB5069}" srcOrd="10" destOrd="0" presId="urn:microsoft.com/office/officeart/2005/8/layout/lProcess1"/>
    <dgm:cxn modelId="{BC371A1D-7293-4A96-85F8-3B117582AB46}" type="presParOf" srcId="{165A19A5-79D5-4CAF-BAAF-018EE0409782}" destId="{7DA0537E-BA7E-47ED-A07B-2CB1D93614C7}" srcOrd="1" destOrd="0" presId="urn:microsoft.com/office/officeart/2005/8/layout/lProcess1"/>
    <dgm:cxn modelId="{C40D786E-62A7-40E4-8A13-A6EB8011A17E}" type="presParOf" srcId="{165A19A5-79D5-4CAF-BAAF-018EE0409782}" destId="{25C4B124-F3E8-4DEF-B14F-BDB95EE353C1}" srcOrd="2" destOrd="0" presId="urn:microsoft.com/office/officeart/2005/8/layout/lProcess1"/>
    <dgm:cxn modelId="{11CF040B-7F5C-4286-B7F6-FA07E7BC03F1}" type="presParOf" srcId="{25C4B124-F3E8-4DEF-B14F-BDB95EE353C1}" destId="{7C8D2CF0-8E3A-4BE0-846D-ACEC70E7D70A}" srcOrd="0" destOrd="0" presId="urn:microsoft.com/office/officeart/2005/8/layout/lProcess1"/>
    <dgm:cxn modelId="{97A94C7C-2B70-42C5-A294-B7EB2C8718C1}" type="presParOf" srcId="{25C4B124-F3E8-4DEF-B14F-BDB95EE353C1}" destId="{7433CC79-DE51-4C30-90F1-6BA73D0F14E1}" srcOrd="1" destOrd="0" presId="urn:microsoft.com/office/officeart/2005/8/layout/lProcess1"/>
    <dgm:cxn modelId="{2FA2C194-C47D-4F8D-9242-37D169F34ED7}" type="presParOf" srcId="{25C4B124-F3E8-4DEF-B14F-BDB95EE353C1}" destId="{DFB9F8AB-2FC0-417B-B101-D735AFF0E673}" srcOrd="2" destOrd="0" presId="urn:microsoft.com/office/officeart/2005/8/layout/lProcess1"/>
    <dgm:cxn modelId="{E6B1B9BE-833C-4823-B7CE-60FFFE69DDCE}" type="presParOf" srcId="{25C4B124-F3E8-4DEF-B14F-BDB95EE353C1}" destId="{BF173829-614E-4ECE-BFAA-46FCF5502E32}" srcOrd="3" destOrd="0" presId="urn:microsoft.com/office/officeart/2005/8/layout/lProcess1"/>
    <dgm:cxn modelId="{BA70487D-B186-4AA2-B2CF-DE0FCA46A9D2}" type="presParOf" srcId="{25C4B124-F3E8-4DEF-B14F-BDB95EE353C1}" destId="{4B8929CB-0165-4CE8-A7F1-844C3C7B60AF}" srcOrd="4" destOrd="0" presId="urn:microsoft.com/office/officeart/2005/8/layout/lProcess1"/>
    <dgm:cxn modelId="{E97A1919-C2F6-46C0-BEC8-93D9BA8FE7CA}" type="presParOf" srcId="{25C4B124-F3E8-4DEF-B14F-BDB95EE353C1}" destId="{83275A3A-2C7F-4E9D-9459-C5F221B72E54}" srcOrd="5" destOrd="0" presId="urn:microsoft.com/office/officeart/2005/8/layout/lProcess1"/>
    <dgm:cxn modelId="{1744AA1B-710A-437D-81BA-47F5A4D27F43}" type="presParOf" srcId="{25C4B124-F3E8-4DEF-B14F-BDB95EE353C1}" destId="{72955820-CB87-43BF-B641-694887B3F165}" srcOrd="6" destOrd="0" presId="urn:microsoft.com/office/officeart/2005/8/layout/lProcess1"/>
    <dgm:cxn modelId="{6C36D6DB-FDBA-4270-ABC0-DF6584A80DCF}" type="presParOf" srcId="{165A19A5-79D5-4CAF-BAAF-018EE0409782}" destId="{1BE7B21D-BA8C-4298-A4E2-FB474950DDFE}" srcOrd="3" destOrd="0" presId="urn:microsoft.com/office/officeart/2005/8/layout/lProcess1"/>
    <dgm:cxn modelId="{952637C7-4387-4DC4-BC0A-8D902DFFB59D}" type="presParOf" srcId="{165A19A5-79D5-4CAF-BAAF-018EE0409782}" destId="{CC1C9A33-6C30-49EF-A3BE-1F784FF27B49}" srcOrd="4" destOrd="0" presId="urn:microsoft.com/office/officeart/2005/8/layout/lProcess1"/>
    <dgm:cxn modelId="{0E7A9A28-C80D-4C35-9A9D-38024D7AB13D}" type="presParOf" srcId="{CC1C9A33-6C30-49EF-A3BE-1F784FF27B49}" destId="{85646ABB-2D3A-4085-A8BB-F8F06057A7D7}" srcOrd="0" destOrd="0" presId="urn:microsoft.com/office/officeart/2005/8/layout/lProcess1"/>
    <dgm:cxn modelId="{E9AB414D-3188-4AE8-9250-8B9849D6AE14}" type="presParOf" srcId="{CC1C9A33-6C30-49EF-A3BE-1F784FF27B49}" destId="{F3B785AE-9F64-4575-B4F7-2941A9A1A190}" srcOrd="1" destOrd="0" presId="urn:microsoft.com/office/officeart/2005/8/layout/lProcess1"/>
    <dgm:cxn modelId="{8BEDCDAE-F5CD-4E39-BAB4-5ACF5C46F63A}" type="presParOf" srcId="{CC1C9A33-6C30-49EF-A3BE-1F784FF27B49}" destId="{E73F3EAA-332B-4091-8F06-2EBB3864DC21}" srcOrd="2" destOrd="0" presId="urn:microsoft.com/office/officeart/2005/8/layout/lProcess1"/>
    <dgm:cxn modelId="{289B65EF-036F-4B09-87F8-CC101B731267}" type="presParOf" srcId="{CC1C9A33-6C30-49EF-A3BE-1F784FF27B49}" destId="{3A659B7A-FA3C-4D99-98D0-540225BC58D1}" srcOrd="3" destOrd="0" presId="urn:microsoft.com/office/officeart/2005/8/layout/lProcess1"/>
    <dgm:cxn modelId="{85A5C879-A47F-49E5-9292-51837624B150}" type="presParOf" srcId="{CC1C9A33-6C30-49EF-A3BE-1F784FF27B49}" destId="{9E0CF61E-374D-4694-AEEE-EAE04D9AE779}" srcOrd="4" destOrd="0" presId="urn:microsoft.com/office/officeart/2005/8/layout/lProcess1"/>
    <dgm:cxn modelId="{DC154782-62CB-4D42-BF2A-C57CCD130331}" type="presParOf" srcId="{CC1C9A33-6C30-49EF-A3BE-1F784FF27B49}" destId="{AAE1F0A3-9FAB-478B-BC93-F6406FEEDD3E}" srcOrd="5" destOrd="0" presId="urn:microsoft.com/office/officeart/2005/8/layout/lProcess1"/>
    <dgm:cxn modelId="{D20C8202-F4F1-4A41-BE33-0192862E2502}" type="presParOf" srcId="{CC1C9A33-6C30-49EF-A3BE-1F784FF27B49}" destId="{41E6D71C-324D-4708-B1F0-E6B9BB8A6CB1}" srcOrd="6" destOrd="0" presId="urn:microsoft.com/office/officeart/2005/8/layout/lProcess1"/>
    <dgm:cxn modelId="{3488D215-61C2-453F-B964-D2BAEA251396}" type="presParOf" srcId="{CC1C9A33-6C30-49EF-A3BE-1F784FF27B49}" destId="{138ED6C1-CF6F-4FA3-ADD4-9AD25B21C51B}" srcOrd="7" destOrd="0" presId="urn:microsoft.com/office/officeart/2005/8/layout/lProcess1"/>
    <dgm:cxn modelId="{2792F002-B7F6-4FBC-86EE-D5FD84A3435E}" type="presParOf" srcId="{CC1C9A33-6C30-49EF-A3BE-1F784FF27B49}" destId="{0FD12EFD-DF79-4AA0-970C-A99A9FBFDCF4}" srcOrd="8" destOrd="0" presId="urn:microsoft.com/office/officeart/2005/8/layout/l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1126AA2-1248-4771-91E6-3DFF5E899C42}" type="doc">
      <dgm:prSet loTypeId="urn:microsoft.com/office/officeart/2005/8/layout/hList1" loCatId="list" qsTypeId="urn:microsoft.com/office/officeart/2005/8/quickstyle/simple1" qsCatId="simple" csTypeId="urn:microsoft.com/office/officeart/2005/8/colors/accent0_3" csCatId="mainScheme" phldr="1"/>
      <dgm:spPr/>
      <dgm:t>
        <a:bodyPr/>
        <a:lstStyle/>
        <a:p>
          <a:endParaRPr lang="es-ES"/>
        </a:p>
      </dgm:t>
    </dgm:pt>
    <dgm:pt modelId="{D525CFA6-8579-4042-A9C0-BB324069C6EF}">
      <dgm:prSet phldrT="[Texto]"/>
      <dgm:spPr/>
      <dgm:t>
        <a:bodyPr/>
        <a:lstStyle/>
        <a:p>
          <a:r>
            <a:rPr lang="es-ES" dirty="0"/>
            <a:t>Evaluación de la precisión temporal de las trayectorias</a:t>
          </a:r>
        </a:p>
      </dgm:t>
    </dgm:pt>
    <dgm:pt modelId="{3A7979B0-2AB4-4A2B-AE97-935D77064F21}" type="parTrans" cxnId="{AB975F93-3C0D-464C-93BD-1CE9B1BC2549}">
      <dgm:prSet/>
      <dgm:spPr/>
      <dgm:t>
        <a:bodyPr/>
        <a:lstStyle/>
        <a:p>
          <a:endParaRPr lang="es-ES"/>
        </a:p>
      </dgm:t>
    </dgm:pt>
    <dgm:pt modelId="{8D89FAF6-A049-48BD-9249-24BC86464629}" type="sibTrans" cxnId="{AB975F93-3C0D-464C-93BD-1CE9B1BC2549}">
      <dgm:prSet/>
      <dgm:spPr/>
      <dgm:t>
        <a:bodyPr/>
        <a:lstStyle/>
        <a:p>
          <a:endParaRPr lang="es-ES"/>
        </a:p>
      </dgm:t>
    </dgm:pt>
    <dgm:pt modelId="{6664D5DF-3DC5-48A7-A7A9-CDA8CC607C45}">
      <dgm:prSet phldrT="[Texto]"/>
      <dgm:spPr/>
      <dgm:t>
        <a:bodyPr/>
        <a:lstStyle/>
        <a:p>
          <a:r>
            <a:rPr lang="es-ES" dirty="0"/>
            <a:t>MAE</a:t>
          </a:r>
        </a:p>
      </dgm:t>
    </dgm:pt>
    <dgm:pt modelId="{79F0D222-51CE-4177-89F6-ABFDD7EB601C}" type="parTrans" cxnId="{A499C471-DA88-4583-A3F8-6A64D2509910}">
      <dgm:prSet/>
      <dgm:spPr/>
      <dgm:t>
        <a:bodyPr/>
        <a:lstStyle/>
        <a:p>
          <a:endParaRPr lang="es-ES"/>
        </a:p>
      </dgm:t>
    </dgm:pt>
    <dgm:pt modelId="{116DBC40-8B71-45CB-8D6E-DF9432DE627A}" type="sibTrans" cxnId="{A499C471-DA88-4583-A3F8-6A64D2509910}">
      <dgm:prSet/>
      <dgm:spPr/>
      <dgm:t>
        <a:bodyPr/>
        <a:lstStyle/>
        <a:p>
          <a:endParaRPr lang="es-ES"/>
        </a:p>
      </dgm:t>
    </dgm:pt>
    <dgm:pt modelId="{0086B4D9-B1EF-4D8F-A8FE-D2C5F015D85A}">
      <dgm:prSet phldrT="[Texto]"/>
      <dgm:spPr/>
      <dgm:t>
        <a:bodyPr/>
        <a:lstStyle/>
        <a:p>
          <a:r>
            <a:rPr lang="es-ES" dirty="0"/>
            <a:t>NMAE</a:t>
          </a:r>
        </a:p>
      </dgm:t>
    </dgm:pt>
    <dgm:pt modelId="{5A507F67-6FDA-4289-8007-9FB6E1993AFD}" type="parTrans" cxnId="{9BFAC02E-0DA7-4FE5-8D86-BD77848BF306}">
      <dgm:prSet/>
      <dgm:spPr/>
      <dgm:t>
        <a:bodyPr/>
        <a:lstStyle/>
        <a:p>
          <a:endParaRPr lang="es-ES"/>
        </a:p>
      </dgm:t>
    </dgm:pt>
    <dgm:pt modelId="{541A0D47-2859-4300-8F08-9A1F26DA48F4}" type="sibTrans" cxnId="{9BFAC02E-0DA7-4FE5-8D86-BD77848BF306}">
      <dgm:prSet/>
      <dgm:spPr/>
      <dgm:t>
        <a:bodyPr/>
        <a:lstStyle/>
        <a:p>
          <a:endParaRPr lang="es-ES"/>
        </a:p>
      </dgm:t>
    </dgm:pt>
    <dgm:pt modelId="{BD583E73-7223-42A2-92F0-665A787F6449}">
      <dgm:prSet phldrT="[Texto]"/>
      <dgm:spPr/>
      <dgm:t>
        <a:bodyPr/>
        <a:lstStyle/>
        <a:p>
          <a:r>
            <a:rPr lang="es-ES" dirty="0"/>
            <a:t>Evaluación del diagnóstico cognitivo</a:t>
          </a:r>
        </a:p>
      </dgm:t>
    </dgm:pt>
    <dgm:pt modelId="{C519F15B-038E-4BFC-B134-AFB956A61820}" type="parTrans" cxnId="{FE50A6B1-E2EA-4549-A3BF-0C54C8B8F962}">
      <dgm:prSet/>
      <dgm:spPr/>
      <dgm:t>
        <a:bodyPr/>
        <a:lstStyle/>
        <a:p>
          <a:endParaRPr lang="es-ES"/>
        </a:p>
      </dgm:t>
    </dgm:pt>
    <dgm:pt modelId="{B02A1B2C-9773-4116-992C-178F11D6A87D}" type="sibTrans" cxnId="{FE50A6B1-E2EA-4549-A3BF-0C54C8B8F962}">
      <dgm:prSet/>
      <dgm:spPr/>
      <dgm:t>
        <a:bodyPr/>
        <a:lstStyle/>
        <a:p>
          <a:endParaRPr lang="es-ES"/>
        </a:p>
      </dgm:t>
    </dgm:pt>
    <dgm:pt modelId="{6E5BCE19-36BF-4954-9013-3D8FC79C77EC}">
      <dgm:prSet phldrT="[Texto]"/>
      <dgm:spPr/>
      <dgm:t>
        <a:bodyPr/>
        <a:lstStyle/>
        <a:p>
          <a:r>
            <a:rPr lang="es-ES" dirty="0"/>
            <a:t>AUC</a:t>
          </a:r>
        </a:p>
      </dgm:t>
    </dgm:pt>
    <dgm:pt modelId="{7E9C0CF4-F388-464B-81D0-9BD8056F8442}" type="parTrans" cxnId="{B5410FC6-820C-44AB-958C-85E614900298}">
      <dgm:prSet/>
      <dgm:spPr/>
      <dgm:t>
        <a:bodyPr/>
        <a:lstStyle/>
        <a:p>
          <a:endParaRPr lang="es-ES"/>
        </a:p>
      </dgm:t>
    </dgm:pt>
    <dgm:pt modelId="{9B9634A3-D0DF-4B3E-80F5-E93F9F4F067C}" type="sibTrans" cxnId="{B5410FC6-820C-44AB-958C-85E614900298}">
      <dgm:prSet/>
      <dgm:spPr/>
      <dgm:t>
        <a:bodyPr/>
        <a:lstStyle/>
        <a:p>
          <a:endParaRPr lang="es-ES"/>
        </a:p>
      </dgm:t>
    </dgm:pt>
    <dgm:pt modelId="{BFEBF94F-1BA9-4A2F-90D7-D6A64EF60F9F}">
      <dgm:prSet phldrT="[Texto]"/>
      <dgm:spPr/>
      <dgm:t>
        <a:bodyPr/>
        <a:lstStyle/>
        <a:p>
          <a:r>
            <a:rPr lang="es-ES" dirty="0"/>
            <a:t>CORRELACIÓN CON LOS TIEMPOS DE RESERVA Y DE CONVERSIÓN</a:t>
          </a:r>
        </a:p>
      </dgm:t>
    </dgm:pt>
    <dgm:pt modelId="{E41E1E27-FC91-4D4F-ABC4-9F6CA0A4D8A4}" type="parTrans" cxnId="{2FB7ED74-47BF-4E5F-9DF4-E1B8F136A76B}">
      <dgm:prSet/>
      <dgm:spPr/>
      <dgm:t>
        <a:bodyPr/>
        <a:lstStyle/>
        <a:p>
          <a:endParaRPr lang="es-ES"/>
        </a:p>
      </dgm:t>
    </dgm:pt>
    <dgm:pt modelId="{DC96FC7E-431A-45B2-B14C-16534F37DA09}" type="sibTrans" cxnId="{2FB7ED74-47BF-4E5F-9DF4-E1B8F136A76B}">
      <dgm:prSet/>
      <dgm:spPr/>
      <dgm:t>
        <a:bodyPr/>
        <a:lstStyle/>
        <a:p>
          <a:endParaRPr lang="es-ES"/>
        </a:p>
      </dgm:t>
    </dgm:pt>
    <dgm:pt modelId="{95D5643A-7C73-4E06-85FC-A34356E4BC81}">
      <dgm:prSet phldrT="[Texto]"/>
      <dgm:spPr/>
      <dgm:t>
        <a:bodyPr/>
        <a:lstStyle/>
        <a:p>
          <a:r>
            <a:rPr lang="es-ES" dirty="0"/>
            <a:t>SCORES</a:t>
          </a:r>
        </a:p>
      </dgm:t>
    </dgm:pt>
    <dgm:pt modelId="{77DCDC67-F4E7-4151-AF77-B94E3D6806B7}" type="parTrans" cxnId="{ABE430F2-94B5-4CB3-B94C-A0000C719B27}">
      <dgm:prSet/>
      <dgm:spPr/>
      <dgm:t>
        <a:bodyPr/>
        <a:lstStyle/>
        <a:p>
          <a:endParaRPr lang="es-ES"/>
        </a:p>
      </dgm:t>
    </dgm:pt>
    <dgm:pt modelId="{1656C2FF-B649-4D44-871B-E9BBA1596A97}" type="sibTrans" cxnId="{ABE430F2-94B5-4CB3-B94C-A0000C719B27}">
      <dgm:prSet/>
      <dgm:spPr/>
      <dgm:t>
        <a:bodyPr/>
        <a:lstStyle/>
        <a:p>
          <a:endParaRPr lang="es-ES"/>
        </a:p>
      </dgm:t>
    </dgm:pt>
    <dgm:pt modelId="{3C7F8250-BC79-4155-85CE-C93F56A2900D}" type="pres">
      <dgm:prSet presAssocID="{41126AA2-1248-4771-91E6-3DFF5E899C42}" presName="Name0" presStyleCnt="0">
        <dgm:presLayoutVars>
          <dgm:dir/>
          <dgm:animLvl val="lvl"/>
          <dgm:resizeHandles val="exact"/>
        </dgm:presLayoutVars>
      </dgm:prSet>
      <dgm:spPr/>
    </dgm:pt>
    <dgm:pt modelId="{7D6010EF-A70C-47B8-8E45-0C9D10FBFCE2}" type="pres">
      <dgm:prSet presAssocID="{D525CFA6-8579-4042-A9C0-BB324069C6EF}" presName="composite" presStyleCnt="0"/>
      <dgm:spPr/>
    </dgm:pt>
    <dgm:pt modelId="{607731BC-3D71-4ACC-837B-0A5A9766329E}" type="pres">
      <dgm:prSet presAssocID="{D525CFA6-8579-4042-A9C0-BB324069C6EF}" presName="parTx" presStyleLbl="alignNode1" presStyleIdx="0" presStyleCnt="2">
        <dgm:presLayoutVars>
          <dgm:chMax val="0"/>
          <dgm:chPref val="0"/>
          <dgm:bulletEnabled val="1"/>
        </dgm:presLayoutVars>
      </dgm:prSet>
      <dgm:spPr/>
    </dgm:pt>
    <dgm:pt modelId="{9996B268-0F61-4AED-B3BE-B8E5678D1A97}" type="pres">
      <dgm:prSet presAssocID="{D525CFA6-8579-4042-A9C0-BB324069C6EF}" presName="desTx" presStyleLbl="alignAccFollowNode1" presStyleIdx="0" presStyleCnt="2">
        <dgm:presLayoutVars>
          <dgm:bulletEnabled val="1"/>
        </dgm:presLayoutVars>
      </dgm:prSet>
      <dgm:spPr/>
    </dgm:pt>
    <dgm:pt modelId="{9E3CC405-2D1A-4E42-B6BE-957500231424}" type="pres">
      <dgm:prSet presAssocID="{8D89FAF6-A049-48BD-9249-24BC86464629}" presName="space" presStyleCnt="0"/>
      <dgm:spPr/>
    </dgm:pt>
    <dgm:pt modelId="{BB00D670-876D-411B-BDAD-0CD56D03B8AA}" type="pres">
      <dgm:prSet presAssocID="{BD583E73-7223-42A2-92F0-665A787F6449}" presName="composite" presStyleCnt="0"/>
      <dgm:spPr/>
    </dgm:pt>
    <dgm:pt modelId="{6BF57199-63BF-4665-99C8-EF36A075DBFA}" type="pres">
      <dgm:prSet presAssocID="{BD583E73-7223-42A2-92F0-665A787F6449}" presName="parTx" presStyleLbl="alignNode1" presStyleIdx="1" presStyleCnt="2">
        <dgm:presLayoutVars>
          <dgm:chMax val="0"/>
          <dgm:chPref val="0"/>
          <dgm:bulletEnabled val="1"/>
        </dgm:presLayoutVars>
      </dgm:prSet>
      <dgm:spPr/>
    </dgm:pt>
    <dgm:pt modelId="{78B02FAD-9121-4522-940F-80CD304D49E0}" type="pres">
      <dgm:prSet presAssocID="{BD583E73-7223-42A2-92F0-665A787F6449}" presName="desTx" presStyleLbl="alignAccFollowNode1" presStyleIdx="1" presStyleCnt="2">
        <dgm:presLayoutVars>
          <dgm:bulletEnabled val="1"/>
        </dgm:presLayoutVars>
      </dgm:prSet>
      <dgm:spPr/>
    </dgm:pt>
  </dgm:ptLst>
  <dgm:cxnLst>
    <dgm:cxn modelId="{54014C10-6D26-45C1-B4B7-DB1CD43640C2}" type="presOf" srcId="{0086B4D9-B1EF-4D8F-A8FE-D2C5F015D85A}" destId="{9996B268-0F61-4AED-B3BE-B8E5678D1A97}" srcOrd="0" destOrd="1" presId="urn:microsoft.com/office/officeart/2005/8/layout/hList1"/>
    <dgm:cxn modelId="{9BFAC02E-0DA7-4FE5-8D86-BD77848BF306}" srcId="{D525CFA6-8579-4042-A9C0-BB324069C6EF}" destId="{0086B4D9-B1EF-4D8F-A8FE-D2C5F015D85A}" srcOrd="1" destOrd="0" parTransId="{5A507F67-6FDA-4289-8007-9FB6E1993AFD}" sibTransId="{541A0D47-2859-4300-8F08-9A1F26DA48F4}"/>
    <dgm:cxn modelId="{99C65566-3802-4AF5-8418-D7637C2E9F6A}" type="presOf" srcId="{BFEBF94F-1BA9-4A2F-90D7-D6A64EF60F9F}" destId="{78B02FAD-9121-4522-940F-80CD304D49E0}" srcOrd="0" destOrd="2" presId="urn:microsoft.com/office/officeart/2005/8/layout/hList1"/>
    <dgm:cxn modelId="{A499C471-DA88-4583-A3F8-6A64D2509910}" srcId="{D525CFA6-8579-4042-A9C0-BB324069C6EF}" destId="{6664D5DF-3DC5-48A7-A7A9-CDA8CC607C45}" srcOrd="0" destOrd="0" parTransId="{79F0D222-51CE-4177-89F6-ABFDD7EB601C}" sibTransId="{116DBC40-8B71-45CB-8D6E-DF9432DE627A}"/>
    <dgm:cxn modelId="{2FB7ED74-47BF-4E5F-9DF4-E1B8F136A76B}" srcId="{BD583E73-7223-42A2-92F0-665A787F6449}" destId="{BFEBF94F-1BA9-4A2F-90D7-D6A64EF60F9F}" srcOrd="2" destOrd="0" parTransId="{E41E1E27-FC91-4D4F-ABC4-9F6CA0A4D8A4}" sibTransId="{DC96FC7E-431A-45B2-B14C-16534F37DA09}"/>
    <dgm:cxn modelId="{F8AE8B55-B615-4761-B838-4695F9A326B0}" type="presOf" srcId="{95D5643A-7C73-4E06-85FC-A34356E4BC81}" destId="{78B02FAD-9121-4522-940F-80CD304D49E0}" srcOrd="0" destOrd="1" presId="urn:microsoft.com/office/officeart/2005/8/layout/hList1"/>
    <dgm:cxn modelId="{AB975F93-3C0D-464C-93BD-1CE9B1BC2549}" srcId="{41126AA2-1248-4771-91E6-3DFF5E899C42}" destId="{D525CFA6-8579-4042-A9C0-BB324069C6EF}" srcOrd="0" destOrd="0" parTransId="{3A7979B0-2AB4-4A2B-AE97-935D77064F21}" sibTransId="{8D89FAF6-A049-48BD-9249-24BC86464629}"/>
    <dgm:cxn modelId="{DD11539B-9663-472F-A378-6AA4DB468F1E}" type="presOf" srcId="{6E5BCE19-36BF-4954-9013-3D8FC79C77EC}" destId="{78B02FAD-9121-4522-940F-80CD304D49E0}" srcOrd="0" destOrd="0" presId="urn:microsoft.com/office/officeart/2005/8/layout/hList1"/>
    <dgm:cxn modelId="{FE50A6B1-E2EA-4549-A3BF-0C54C8B8F962}" srcId="{41126AA2-1248-4771-91E6-3DFF5E899C42}" destId="{BD583E73-7223-42A2-92F0-665A787F6449}" srcOrd="1" destOrd="0" parTransId="{C519F15B-038E-4BFC-B134-AFB956A61820}" sibTransId="{B02A1B2C-9773-4116-992C-178F11D6A87D}"/>
    <dgm:cxn modelId="{945BFBB1-BB72-4FE8-B462-34EA91D0D4F7}" type="presOf" srcId="{D525CFA6-8579-4042-A9C0-BB324069C6EF}" destId="{607731BC-3D71-4ACC-837B-0A5A9766329E}" srcOrd="0" destOrd="0" presId="urn:microsoft.com/office/officeart/2005/8/layout/hList1"/>
    <dgm:cxn modelId="{CE9107C3-10F0-46E5-8624-9BB2CA57D0F7}" type="presOf" srcId="{41126AA2-1248-4771-91E6-3DFF5E899C42}" destId="{3C7F8250-BC79-4155-85CE-C93F56A2900D}" srcOrd="0" destOrd="0" presId="urn:microsoft.com/office/officeart/2005/8/layout/hList1"/>
    <dgm:cxn modelId="{B5410FC6-820C-44AB-958C-85E614900298}" srcId="{BD583E73-7223-42A2-92F0-665A787F6449}" destId="{6E5BCE19-36BF-4954-9013-3D8FC79C77EC}" srcOrd="0" destOrd="0" parTransId="{7E9C0CF4-F388-464B-81D0-9BD8056F8442}" sibTransId="{9B9634A3-D0DF-4B3E-80F5-E93F9F4F067C}"/>
    <dgm:cxn modelId="{B5E95EC6-C739-456A-8E06-C0B33AC207CF}" type="presOf" srcId="{BD583E73-7223-42A2-92F0-665A787F6449}" destId="{6BF57199-63BF-4665-99C8-EF36A075DBFA}" srcOrd="0" destOrd="0" presId="urn:microsoft.com/office/officeart/2005/8/layout/hList1"/>
    <dgm:cxn modelId="{362B52EC-606A-407F-A144-0C1D9C6BD347}" type="presOf" srcId="{6664D5DF-3DC5-48A7-A7A9-CDA8CC607C45}" destId="{9996B268-0F61-4AED-B3BE-B8E5678D1A97}" srcOrd="0" destOrd="0" presId="urn:microsoft.com/office/officeart/2005/8/layout/hList1"/>
    <dgm:cxn modelId="{ABE430F2-94B5-4CB3-B94C-A0000C719B27}" srcId="{BD583E73-7223-42A2-92F0-665A787F6449}" destId="{95D5643A-7C73-4E06-85FC-A34356E4BC81}" srcOrd="1" destOrd="0" parTransId="{77DCDC67-F4E7-4151-AF77-B94E3D6806B7}" sibTransId="{1656C2FF-B649-4D44-871B-E9BBA1596A97}"/>
    <dgm:cxn modelId="{8897AE07-B06F-406E-93B2-7F299CDBBD3E}" type="presParOf" srcId="{3C7F8250-BC79-4155-85CE-C93F56A2900D}" destId="{7D6010EF-A70C-47B8-8E45-0C9D10FBFCE2}" srcOrd="0" destOrd="0" presId="urn:microsoft.com/office/officeart/2005/8/layout/hList1"/>
    <dgm:cxn modelId="{1DC37390-6B69-47B9-801D-17BCBF97CE76}" type="presParOf" srcId="{7D6010EF-A70C-47B8-8E45-0C9D10FBFCE2}" destId="{607731BC-3D71-4ACC-837B-0A5A9766329E}" srcOrd="0" destOrd="0" presId="urn:microsoft.com/office/officeart/2005/8/layout/hList1"/>
    <dgm:cxn modelId="{6BDAF735-F213-47A3-95C3-A38A9940373F}" type="presParOf" srcId="{7D6010EF-A70C-47B8-8E45-0C9D10FBFCE2}" destId="{9996B268-0F61-4AED-B3BE-B8E5678D1A97}" srcOrd="1" destOrd="0" presId="urn:microsoft.com/office/officeart/2005/8/layout/hList1"/>
    <dgm:cxn modelId="{3ABF3A81-27B8-4C1E-AF9C-B66F427FBDAD}" type="presParOf" srcId="{3C7F8250-BC79-4155-85CE-C93F56A2900D}" destId="{9E3CC405-2D1A-4E42-B6BE-957500231424}" srcOrd="1" destOrd="0" presId="urn:microsoft.com/office/officeart/2005/8/layout/hList1"/>
    <dgm:cxn modelId="{D33E17AC-FD47-4723-80BB-746E07D9C1B1}" type="presParOf" srcId="{3C7F8250-BC79-4155-85CE-C93F56A2900D}" destId="{BB00D670-876D-411B-BDAD-0CD56D03B8AA}" srcOrd="2" destOrd="0" presId="urn:microsoft.com/office/officeart/2005/8/layout/hList1"/>
    <dgm:cxn modelId="{CB348152-CC14-4F91-AEFB-555CF9DD7260}" type="presParOf" srcId="{BB00D670-876D-411B-BDAD-0CD56D03B8AA}" destId="{6BF57199-63BF-4665-99C8-EF36A075DBFA}" srcOrd="0" destOrd="0" presId="urn:microsoft.com/office/officeart/2005/8/layout/hList1"/>
    <dgm:cxn modelId="{5D7D072D-4E6F-4C36-BB50-FEDFA49A6C36}" type="presParOf" srcId="{BB00D670-876D-411B-BDAD-0CD56D03B8AA}" destId="{78B02FAD-9121-4522-940F-80CD304D49E0}"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1B0458D-4989-41AB-86FC-0D08CFD13A8C}" type="doc">
      <dgm:prSet loTypeId="urn:microsoft.com/office/officeart/2005/8/layout/hierarchy2" loCatId="hierarchy" qsTypeId="urn:microsoft.com/office/officeart/2005/8/quickstyle/simple1" qsCatId="simple" csTypeId="urn:microsoft.com/office/officeart/2005/8/colors/colorful1" csCatId="colorful" phldr="1"/>
      <dgm:spPr/>
      <dgm:t>
        <a:bodyPr/>
        <a:lstStyle/>
        <a:p>
          <a:endParaRPr lang="en-ES"/>
        </a:p>
      </dgm:t>
    </dgm:pt>
    <dgm:pt modelId="{941E52D1-2B88-43C0-A012-C6D4C79375E0}">
      <dgm:prSet phldrT="[Text]"/>
      <dgm:spPr/>
      <dgm:t>
        <a:bodyPr/>
        <a:lstStyle/>
        <a:p>
          <a:r>
            <a:rPr lang="es-ES_tradnl" dirty="0" err="1"/>
            <a:t>Problem</a:t>
          </a:r>
          <a:endParaRPr lang="en-ES" dirty="0"/>
        </a:p>
      </dgm:t>
    </dgm:pt>
    <dgm:pt modelId="{BA6A4792-FCFE-4F71-A414-125261B53F2F}" type="parTrans" cxnId="{14C5E13A-D0CF-4F1A-BE32-DBF22A0D33B5}">
      <dgm:prSet/>
      <dgm:spPr/>
      <dgm:t>
        <a:bodyPr/>
        <a:lstStyle/>
        <a:p>
          <a:endParaRPr lang="en-ES"/>
        </a:p>
      </dgm:t>
    </dgm:pt>
    <dgm:pt modelId="{86191A4B-3017-40A9-8297-599ACFC7874B}" type="sibTrans" cxnId="{14C5E13A-D0CF-4F1A-BE32-DBF22A0D33B5}">
      <dgm:prSet/>
      <dgm:spPr/>
      <dgm:t>
        <a:bodyPr/>
        <a:lstStyle/>
        <a:p>
          <a:endParaRPr lang="en-ES"/>
        </a:p>
      </dgm:t>
    </dgm:pt>
    <dgm:pt modelId="{CF5B6022-5412-401A-A9F2-34196D60AC68}">
      <dgm:prSet phldrT="[Text]"/>
      <dgm:spPr/>
      <dgm:t>
        <a:bodyPr/>
        <a:lstStyle/>
        <a:p>
          <a:r>
            <a:rPr lang="es-ES_tradnl" dirty="0" err="1"/>
            <a:t>Task</a:t>
          </a:r>
          <a:r>
            <a:rPr lang="es-ES_tradnl" dirty="0"/>
            <a:t> 1</a:t>
          </a:r>
          <a:endParaRPr lang="en-ES" dirty="0"/>
        </a:p>
      </dgm:t>
    </dgm:pt>
    <dgm:pt modelId="{E788789B-3F35-43B8-AF84-7CFA3CC1E9BD}" type="parTrans" cxnId="{8F94DABD-16AA-4024-AB9E-77DFC27E8272}">
      <dgm:prSet/>
      <dgm:spPr/>
      <dgm:t>
        <a:bodyPr/>
        <a:lstStyle/>
        <a:p>
          <a:endParaRPr lang="en-ES"/>
        </a:p>
      </dgm:t>
    </dgm:pt>
    <dgm:pt modelId="{5DCB27B7-2334-4BFC-A1C7-F19700CEAC75}" type="sibTrans" cxnId="{8F94DABD-16AA-4024-AB9E-77DFC27E8272}">
      <dgm:prSet/>
      <dgm:spPr/>
      <dgm:t>
        <a:bodyPr/>
        <a:lstStyle/>
        <a:p>
          <a:endParaRPr lang="en-ES"/>
        </a:p>
      </dgm:t>
    </dgm:pt>
    <dgm:pt modelId="{F376BFA6-AE06-451C-A4E8-CD92A55855A5}">
      <dgm:prSet phldrT="[Text]"/>
      <dgm:spPr/>
      <dgm:t>
        <a:bodyPr/>
        <a:lstStyle/>
        <a:p>
          <a:r>
            <a:rPr lang="es-ES_tradnl" dirty="0" err="1"/>
            <a:t>Task</a:t>
          </a:r>
          <a:r>
            <a:rPr lang="es-ES_tradnl" dirty="0"/>
            <a:t> 2</a:t>
          </a:r>
          <a:endParaRPr lang="en-ES" dirty="0"/>
        </a:p>
      </dgm:t>
    </dgm:pt>
    <dgm:pt modelId="{93973A4C-F49A-49C8-A176-7D2474653634}" type="parTrans" cxnId="{50450FF8-91D7-4815-9454-A7CE720C2361}">
      <dgm:prSet/>
      <dgm:spPr/>
      <dgm:t>
        <a:bodyPr/>
        <a:lstStyle/>
        <a:p>
          <a:endParaRPr lang="en-ES"/>
        </a:p>
      </dgm:t>
    </dgm:pt>
    <dgm:pt modelId="{83838A83-F792-4071-B411-06F39A877D3F}" type="sibTrans" cxnId="{50450FF8-91D7-4815-9454-A7CE720C2361}">
      <dgm:prSet/>
      <dgm:spPr/>
      <dgm:t>
        <a:bodyPr/>
        <a:lstStyle/>
        <a:p>
          <a:endParaRPr lang="en-ES"/>
        </a:p>
      </dgm:t>
    </dgm:pt>
    <dgm:pt modelId="{5F43414B-762F-47C6-B23A-7D390A59CCA9}">
      <dgm:prSet phldrT="[Text]"/>
      <dgm:spPr/>
      <dgm:t>
        <a:bodyPr/>
        <a:lstStyle/>
        <a:p>
          <a:r>
            <a:rPr lang="es-ES_tradnl" dirty="0" err="1"/>
            <a:t>Task</a:t>
          </a:r>
          <a:r>
            <a:rPr lang="es-ES_tradnl" dirty="0"/>
            <a:t> 3</a:t>
          </a:r>
          <a:endParaRPr lang="en-ES" dirty="0"/>
        </a:p>
      </dgm:t>
    </dgm:pt>
    <dgm:pt modelId="{1A1B2BD1-F2AE-462B-AD6C-22365AE4D805}" type="parTrans" cxnId="{5AEC7312-64CF-40BC-B6AF-D3EBCAE0D1B3}">
      <dgm:prSet/>
      <dgm:spPr/>
      <dgm:t>
        <a:bodyPr/>
        <a:lstStyle/>
        <a:p>
          <a:endParaRPr lang="en-ES"/>
        </a:p>
      </dgm:t>
    </dgm:pt>
    <dgm:pt modelId="{72E31CD2-A415-4E94-8580-28E2975C81D0}" type="sibTrans" cxnId="{5AEC7312-64CF-40BC-B6AF-D3EBCAE0D1B3}">
      <dgm:prSet/>
      <dgm:spPr/>
      <dgm:t>
        <a:bodyPr/>
        <a:lstStyle/>
        <a:p>
          <a:endParaRPr lang="en-ES"/>
        </a:p>
      </dgm:t>
    </dgm:pt>
    <dgm:pt modelId="{BD653D06-BC26-41BF-A6C8-F3C53F017441}">
      <dgm:prSet phldrT="[Text]"/>
      <dgm:spPr/>
      <dgm:t>
        <a:bodyPr/>
        <a:lstStyle/>
        <a:p>
          <a:r>
            <a:rPr lang="es-ES_tradnl" dirty="0"/>
            <a:t>Processor_1</a:t>
          </a:r>
          <a:endParaRPr lang="en-ES" dirty="0"/>
        </a:p>
      </dgm:t>
    </dgm:pt>
    <dgm:pt modelId="{2AB2EA76-7A6D-42E7-AD08-C6EBB7A7C020}" type="parTrans" cxnId="{04B0CFA7-F871-436A-B602-09EB83429653}">
      <dgm:prSet/>
      <dgm:spPr/>
      <dgm:t>
        <a:bodyPr/>
        <a:lstStyle/>
        <a:p>
          <a:endParaRPr lang="en-ES"/>
        </a:p>
      </dgm:t>
    </dgm:pt>
    <dgm:pt modelId="{62FB72F9-0DED-4E34-AFE5-6454018B7202}" type="sibTrans" cxnId="{04B0CFA7-F871-436A-B602-09EB83429653}">
      <dgm:prSet/>
      <dgm:spPr/>
      <dgm:t>
        <a:bodyPr/>
        <a:lstStyle/>
        <a:p>
          <a:endParaRPr lang="en-ES"/>
        </a:p>
      </dgm:t>
    </dgm:pt>
    <dgm:pt modelId="{B13AB12F-75BB-42A8-8FAA-AAA1400C1CBD}">
      <dgm:prSet phldrT="[Text]"/>
      <dgm:spPr/>
      <dgm:t>
        <a:bodyPr/>
        <a:lstStyle/>
        <a:p>
          <a:r>
            <a:rPr lang="es-ES_tradnl" dirty="0"/>
            <a:t>Processor_2</a:t>
          </a:r>
          <a:endParaRPr lang="en-ES" dirty="0"/>
        </a:p>
      </dgm:t>
    </dgm:pt>
    <dgm:pt modelId="{3A6905AB-06B5-40C4-87B8-B5DAD91A3E9C}" type="parTrans" cxnId="{45337EEB-17B8-4BAA-AC2B-7C5710657D31}">
      <dgm:prSet/>
      <dgm:spPr/>
      <dgm:t>
        <a:bodyPr/>
        <a:lstStyle/>
        <a:p>
          <a:endParaRPr lang="en-ES"/>
        </a:p>
      </dgm:t>
    </dgm:pt>
    <dgm:pt modelId="{93E589A5-936B-4DB8-9A99-381E545BDE44}" type="sibTrans" cxnId="{45337EEB-17B8-4BAA-AC2B-7C5710657D31}">
      <dgm:prSet/>
      <dgm:spPr/>
      <dgm:t>
        <a:bodyPr/>
        <a:lstStyle/>
        <a:p>
          <a:endParaRPr lang="en-ES"/>
        </a:p>
      </dgm:t>
    </dgm:pt>
    <dgm:pt modelId="{C13A7B87-6622-40F1-8B47-DEFF09D60BEE}">
      <dgm:prSet phldrT="[Text]"/>
      <dgm:spPr/>
      <dgm:t>
        <a:bodyPr/>
        <a:lstStyle/>
        <a:p>
          <a:r>
            <a:rPr lang="es-ES_tradnl" dirty="0"/>
            <a:t>Processor_3</a:t>
          </a:r>
          <a:endParaRPr lang="en-ES" dirty="0"/>
        </a:p>
      </dgm:t>
    </dgm:pt>
    <dgm:pt modelId="{DCB67ECB-43D5-4D9B-8DC0-9137B213DDFC}" type="parTrans" cxnId="{E970C88C-4EE8-4EA7-B735-90940221460F}">
      <dgm:prSet/>
      <dgm:spPr/>
      <dgm:t>
        <a:bodyPr/>
        <a:lstStyle/>
        <a:p>
          <a:endParaRPr lang="en-ES"/>
        </a:p>
      </dgm:t>
    </dgm:pt>
    <dgm:pt modelId="{9D1A42E0-96F9-4288-A1BE-3AD72F5D1B69}" type="sibTrans" cxnId="{E970C88C-4EE8-4EA7-B735-90940221460F}">
      <dgm:prSet/>
      <dgm:spPr/>
      <dgm:t>
        <a:bodyPr/>
        <a:lstStyle/>
        <a:p>
          <a:endParaRPr lang="en-ES"/>
        </a:p>
      </dgm:t>
    </dgm:pt>
    <dgm:pt modelId="{86412C0D-B052-4E1A-86D0-6C1F0C293F2F}" type="pres">
      <dgm:prSet presAssocID="{D1B0458D-4989-41AB-86FC-0D08CFD13A8C}" presName="diagram" presStyleCnt="0">
        <dgm:presLayoutVars>
          <dgm:chPref val="1"/>
          <dgm:dir/>
          <dgm:animOne val="branch"/>
          <dgm:animLvl val="lvl"/>
          <dgm:resizeHandles val="exact"/>
        </dgm:presLayoutVars>
      </dgm:prSet>
      <dgm:spPr/>
    </dgm:pt>
    <dgm:pt modelId="{2FA05A33-53D3-402F-93F8-E7EDB4873B83}" type="pres">
      <dgm:prSet presAssocID="{941E52D1-2B88-43C0-A012-C6D4C79375E0}" presName="root1" presStyleCnt="0"/>
      <dgm:spPr/>
    </dgm:pt>
    <dgm:pt modelId="{FE1D913E-CD2B-44D2-8710-2D63B07E12F0}" type="pres">
      <dgm:prSet presAssocID="{941E52D1-2B88-43C0-A012-C6D4C79375E0}" presName="LevelOneTextNode" presStyleLbl="node0" presStyleIdx="0" presStyleCnt="1">
        <dgm:presLayoutVars>
          <dgm:chPref val="3"/>
        </dgm:presLayoutVars>
      </dgm:prSet>
      <dgm:spPr/>
    </dgm:pt>
    <dgm:pt modelId="{E0B85316-DE89-4158-A3BF-7FF2C7427D17}" type="pres">
      <dgm:prSet presAssocID="{941E52D1-2B88-43C0-A012-C6D4C79375E0}" presName="level2hierChild" presStyleCnt="0"/>
      <dgm:spPr/>
    </dgm:pt>
    <dgm:pt modelId="{F8B5287F-4DC7-4127-BBDC-DF6C2677E647}" type="pres">
      <dgm:prSet presAssocID="{E788789B-3F35-43B8-AF84-7CFA3CC1E9BD}" presName="conn2-1" presStyleLbl="parChTrans1D2" presStyleIdx="0" presStyleCnt="3"/>
      <dgm:spPr/>
    </dgm:pt>
    <dgm:pt modelId="{879F8C51-7002-4E82-8049-B8A9F2AC279C}" type="pres">
      <dgm:prSet presAssocID="{E788789B-3F35-43B8-AF84-7CFA3CC1E9BD}" presName="connTx" presStyleLbl="parChTrans1D2" presStyleIdx="0" presStyleCnt="3"/>
      <dgm:spPr/>
    </dgm:pt>
    <dgm:pt modelId="{260FA6CA-1AF0-4ADB-ABAF-D75BABD94C3F}" type="pres">
      <dgm:prSet presAssocID="{CF5B6022-5412-401A-A9F2-34196D60AC68}" presName="root2" presStyleCnt="0"/>
      <dgm:spPr/>
    </dgm:pt>
    <dgm:pt modelId="{EF993D93-84F4-48A4-B6AB-1962EA2629D9}" type="pres">
      <dgm:prSet presAssocID="{CF5B6022-5412-401A-A9F2-34196D60AC68}" presName="LevelTwoTextNode" presStyleLbl="node2" presStyleIdx="0" presStyleCnt="3">
        <dgm:presLayoutVars>
          <dgm:chPref val="3"/>
        </dgm:presLayoutVars>
      </dgm:prSet>
      <dgm:spPr/>
    </dgm:pt>
    <dgm:pt modelId="{0B49493B-C93A-4DF6-9D3F-FE974B7F9BC2}" type="pres">
      <dgm:prSet presAssocID="{CF5B6022-5412-401A-A9F2-34196D60AC68}" presName="level3hierChild" presStyleCnt="0"/>
      <dgm:spPr/>
    </dgm:pt>
    <dgm:pt modelId="{A55FCAF0-8357-4BE0-B573-E044FFEDCF0F}" type="pres">
      <dgm:prSet presAssocID="{2AB2EA76-7A6D-42E7-AD08-C6EBB7A7C020}" presName="conn2-1" presStyleLbl="parChTrans1D3" presStyleIdx="0" presStyleCnt="3"/>
      <dgm:spPr/>
    </dgm:pt>
    <dgm:pt modelId="{C213457D-74B7-4E76-9D90-3EA690CE9F58}" type="pres">
      <dgm:prSet presAssocID="{2AB2EA76-7A6D-42E7-AD08-C6EBB7A7C020}" presName="connTx" presStyleLbl="parChTrans1D3" presStyleIdx="0" presStyleCnt="3"/>
      <dgm:spPr/>
    </dgm:pt>
    <dgm:pt modelId="{D4FD522C-C862-4181-9C17-5986E1336099}" type="pres">
      <dgm:prSet presAssocID="{BD653D06-BC26-41BF-A6C8-F3C53F017441}" presName="root2" presStyleCnt="0"/>
      <dgm:spPr/>
    </dgm:pt>
    <dgm:pt modelId="{1B8BA2A5-CD56-4C3A-9D40-D1BD00B8AFA0}" type="pres">
      <dgm:prSet presAssocID="{BD653D06-BC26-41BF-A6C8-F3C53F017441}" presName="LevelTwoTextNode" presStyleLbl="node3" presStyleIdx="0" presStyleCnt="3">
        <dgm:presLayoutVars>
          <dgm:chPref val="3"/>
        </dgm:presLayoutVars>
      </dgm:prSet>
      <dgm:spPr/>
    </dgm:pt>
    <dgm:pt modelId="{E6FFC53A-A143-4C65-BCCF-0F21A1317909}" type="pres">
      <dgm:prSet presAssocID="{BD653D06-BC26-41BF-A6C8-F3C53F017441}" presName="level3hierChild" presStyleCnt="0"/>
      <dgm:spPr/>
    </dgm:pt>
    <dgm:pt modelId="{5A698587-89AD-4EFD-83C3-0DA0F190687F}" type="pres">
      <dgm:prSet presAssocID="{93973A4C-F49A-49C8-A176-7D2474653634}" presName="conn2-1" presStyleLbl="parChTrans1D2" presStyleIdx="1" presStyleCnt="3"/>
      <dgm:spPr/>
    </dgm:pt>
    <dgm:pt modelId="{6190BBFE-45B4-4300-9D0C-C8B0F5116C3B}" type="pres">
      <dgm:prSet presAssocID="{93973A4C-F49A-49C8-A176-7D2474653634}" presName="connTx" presStyleLbl="parChTrans1D2" presStyleIdx="1" presStyleCnt="3"/>
      <dgm:spPr/>
    </dgm:pt>
    <dgm:pt modelId="{87DB4F35-283F-47D2-888F-F1CB72857CAB}" type="pres">
      <dgm:prSet presAssocID="{F376BFA6-AE06-451C-A4E8-CD92A55855A5}" presName="root2" presStyleCnt="0"/>
      <dgm:spPr/>
    </dgm:pt>
    <dgm:pt modelId="{3AEB2078-7A89-4C45-954B-07459DCBC470}" type="pres">
      <dgm:prSet presAssocID="{F376BFA6-AE06-451C-A4E8-CD92A55855A5}" presName="LevelTwoTextNode" presStyleLbl="node2" presStyleIdx="1" presStyleCnt="3">
        <dgm:presLayoutVars>
          <dgm:chPref val="3"/>
        </dgm:presLayoutVars>
      </dgm:prSet>
      <dgm:spPr/>
    </dgm:pt>
    <dgm:pt modelId="{A0B6B088-323A-4D54-AE1A-0B26B1974F2B}" type="pres">
      <dgm:prSet presAssocID="{F376BFA6-AE06-451C-A4E8-CD92A55855A5}" presName="level3hierChild" presStyleCnt="0"/>
      <dgm:spPr/>
    </dgm:pt>
    <dgm:pt modelId="{FBFCF501-5DAD-42B2-82FA-D096146EC8AF}" type="pres">
      <dgm:prSet presAssocID="{3A6905AB-06B5-40C4-87B8-B5DAD91A3E9C}" presName="conn2-1" presStyleLbl="parChTrans1D3" presStyleIdx="1" presStyleCnt="3"/>
      <dgm:spPr/>
    </dgm:pt>
    <dgm:pt modelId="{64458EB6-75E2-4A3A-BF57-8A8A852B16AB}" type="pres">
      <dgm:prSet presAssocID="{3A6905AB-06B5-40C4-87B8-B5DAD91A3E9C}" presName="connTx" presStyleLbl="parChTrans1D3" presStyleIdx="1" presStyleCnt="3"/>
      <dgm:spPr/>
    </dgm:pt>
    <dgm:pt modelId="{E9AE3438-1BB0-4FF3-B536-2E1C189EC7B9}" type="pres">
      <dgm:prSet presAssocID="{B13AB12F-75BB-42A8-8FAA-AAA1400C1CBD}" presName="root2" presStyleCnt="0"/>
      <dgm:spPr/>
    </dgm:pt>
    <dgm:pt modelId="{1C450DFF-DAEE-46AC-9E2B-13E174B0A720}" type="pres">
      <dgm:prSet presAssocID="{B13AB12F-75BB-42A8-8FAA-AAA1400C1CBD}" presName="LevelTwoTextNode" presStyleLbl="node3" presStyleIdx="1" presStyleCnt="3">
        <dgm:presLayoutVars>
          <dgm:chPref val="3"/>
        </dgm:presLayoutVars>
      </dgm:prSet>
      <dgm:spPr/>
    </dgm:pt>
    <dgm:pt modelId="{85AA32A1-0B65-4E7F-9974-EE5FE94EE749}" type="pres">
      <dgm:prSet presAssocID="{B13AB12F-75BB-42A8-8FAA-AAA1400C1CBD}" presName="level3hierChild" presStyleCnt="0"/>
      <dgm:spPr/>
    </dgm:pt>
    <dgm:pt modelId="{DA74944F-6F82-4654-9BD2-3D4DF33C8034}" type="pres">
      <dgm:prSet presAssocID="{1A1B2BD1-F2AE-462B-AD6C-22365AE4D805}" presName="conn2-1" presStyleLbl="parChTrans1D2" presStyleIdx="2" presStyleCnt="3"/>
      <dgm:spPr/>
    </dgm:pt>
    <dgm:pt modelId="{02B80AB8-5AB5-4198-AE29-4136C80B5857}" type="pres">
      <dgm:prSet presAssocID="{1A1B2BD1-F2AE-462B-AD6C-22365AE4D805}" presName="connTx" presStyleLbl="parChTrans1D2" presStyleIdx="2" presStyleCnt="3"/>
      <dgm:spPr/>
    </dgm:pt>
    <dgm:pt modelId="{0464A64B-43C1-476A-9987-4B4EBC027F2A}" type="pres">
      <dgm:prSet presAssocID="{5F43414B-762F-47C6-B23A-7D390A59CCA9}" presName="root2" presStyleCnt="0"/>
      <dgm:spPr/>
    </dgm:pt>
    <dgm:pt modelId="{9B54CA3E-7099-44A7-AC49-5579F9EC9CF9}" type="pres">
      <dgm:prSet presAssocID="{5F43414B-762F-47C6-B23A-7D390A59CCA9}" presName="LevelTwoTextNode" presStyleLbl="node2" presStyleIdx="2" presStyleCnt="3">
        <dgm:presLayoutVars>
          <dgm:chPref val="3"/>
        </dgm:presLayoutVars>
      </dgm:prSet>
      <dgm:spPr/>
    </dgm:pt>
    <dgm:pt modelId="{85F933C6-8550-48A8-BCE8-08294C5B8917}" type="pres">
      <dgm:prSet presAssocID="{5F43414B-762F-47C6-B23A-7D390A59CCA9}" presName="level3hierChild" presStyleCnt="0"/>
      <dgm:spPr/>
    </dgm:pt>
    <dgm:pt modelId="{3437D73E-1DC3-40A0-AC55-0977F96788E2}" type="pres">
      <dgm:prSet presAssocID="{DCB67ECB-43D5-4D9B-8DC0-9137B213DDFC}" presName="conn2-1" presStyleLbl="parChTrans1D3" presStyleIdx="2" presStyleCnt="3"/>
      <dgm:spPr/>
    </dgm:pt>
    <dgm:pt modelId="{D836771A-3886-438E-A002-44E806658427}" type="pres">
      <dgm:prSet presAssocID="{DCB67ECB-43D5-4D9B-8DC0-9137B213DDFC}" presName="connTx" presStyleLbl="parChTrans1D3" presStyleIdx="2" presStyleCnt="3"/>
      <dgm:spPr/>
    </dgm:pt>
    <dgm:pt modelId="{2B0BDEE2-DEDA-46D7-A6E7-89936AFA36FF}" type="pres">
      <dgm:prSet presAssocID="{C13A7B87-6622-40F1-8B47-DEFF09D60BEE}" presName="root2" presStyleCnt="0"/>
      <dgm:spPr/>
    </dgm:pt>
    <dgm:pt modelId="{96B8881E-27C3-4FAC-9E46-45056F5F3DFD}" type="pres">
      <dgm:prSet presAssocID="{C13A7B87-6622-40F1-8B47-DEFF09D60BEE}" presName="LevelTwoTextNode" presStyleLbl="node3" presStyleIdx="2" presStyleCnt="3">
        <dgm:presLayoutVars>
          <dgm:chPref val="3"/>
        </dgm:presLayoutVars>
      </dgm:prSet>
      <dgm:spPr/>
    </dgm:pt>
    <dgm:pt modelId="{C1EE2FC1-24DC-4A5D-B4E1-9B5FE4DE2E48}" type="pres">
      <dgm:prSet presAssocID="{C13A7B87-6622-40F1-8B47-DEFF09D60BEE}" presName="level3hierChild" presStyleCnt="0"/>
      <dgm:spPr/>
    </dgm:pt>
  </dgm:ptLst>
  <dgm:cxnLst>
    <dgm:cxn modelId="{5AEC7312-64CF-40BC-B6AF-D3EBCAE0D1B3}" srcId="{941E52D1-2B88-43C0-A012-C6D4C79375E0}" destId="{5F43414B-762F-47C6-B23A-7D390A59CCA9}" srcOrd="2" destOrd="0" parTransId="{1A1B2BD1-F2AE-462B-AD6C-22365AE4D805}" sibTransId="{72E31CD2-A415-4E94-8580-28E2975C81D0}"/>
    <dgm:cxn modelId="{37BC9912-8536-424C-A0DD-99489D61EB1A}" type="presOf" srcId="{DCB67ECB-43D5-4D9B-8DC0-9137B213DDFC}" destId="{D836771A-3886-438E-A002-44E806658427}" srcOrd="1" destOrd="0" presId="urn:microsoft.com/office/officeart/2005/8/layout/hierarchy2"/>
    <dgm:cxn modelId="{7DBC651D-910D-41FD-BD49-5CF5194EA077}" type="presOf" srcId="{2AB2EA76-7A6D-42E7-AD08-C6EBB7A7C020}" destId="{A55FCAF0-8357-4BE0-B573-E044FFEDCF0F}" srcOrd="0" destOrd="0" presId="urn:microsoft.com/office/officeart/2005/8/layout/hierarchy2"/>
    <dgm:cxn modelId="{1EF43A1F-308A-418E-86AC-159B273D2561}" type="presOf" srcId="{E788789B-3F35-43B8-AF84-7CFA3CC1E9BD}" destId="{F8B5287F-4DC7-4127-BBDC-DF6C2677E647}" srcOrd="0" destOrd="0" presId="urn:microsoft.com/office/officeart/2005/8/layout/hierarchy2"/>
    <dgm:cxn modelId="{6614C328-D45D-4B67-ABEE-D3AE055F3A8E}" type="presOf" srcId="{DCB67ECB-43D5-4D9B-8DC0-9137B213DDFC}" destId="{3437D73E-1DC3-40A0-AC55-0977F96788E2}" srcOrd="0" destOrd="0" presId="urn:microsoft.com/office/officeart/2005/8/layout/hierarchy2"/>
    <dgm:cxn modelId="{914FF32D-A5E0-4624-997F-54D63BBAFAF4}" type="presOf" srcId="{3A6905AB-06B5-40C4-87B8-B5DAD91A3E9C}" destId="{64458EB6-75E2-4A3A-BF57-8A8A852B16AB}" srcOrd="1" destOrd="0" presId="urn:microsoft.com/office/officeart/2005/8/layout/hierarchy2"/>
    <dgm:cxn modelId="{14C5E13A-D0CF-4F1A-BE32-DBF22A0D33B5}" srcId="{D1B0458D-4989-41AB-86FC-0D08CFD13A8C}" destId="{941E52D1-2B88-43C0-A012-C6D4C79375E0}" srcOrd="0" destOrd="0" parTransId="{BA6A4792-FCFE-4F71-A414-125261B53F2F}" sibTransId="{86191A4B-3017-40A9-8297-599ACFC7874B}"/>
    <dgm:cxn modelId="{51F2B73D-D87C-470E-B88C-ED6EE5F00564}" type="presOf" srcId="{B13AB12F-75BB-42A8-8FAA-AAA1400C1CBD}" destId="{1C450DFF-DAEE-46AC-9E2B-13E174B0A720}" srcOrd="0" destOrd="0" presId="urn:microsoft.com/office/officeart/2005/8/layout/hierarchy2"/>
    <dgm:cxn modelId="{4EFF146D-5224-49E0-B820-FC62C1327E7A}" type="presOf" srcId="{C13A7B87-6622-40F1-8B47-DEFF09D60BEE}" destId="{96B8881E-27C3-4FAC-9E46-45056F5F3DFD}" srcOrd="0" destOrd="0" presId="urn:microsoft.com/office/officeart/2005/8/layout/hierarchy2"/>
    <dgm:cxn modelId="{BDB73750-08F4-4EBE-B983-68024EBE4ABC}" type="presOf" srcId="{5F43414B-762F-47C6-B23A-7D390A59CCA9}" destId="{9B54CA3E-7099-44A7-AC49-5579F9EC9CF9}" srcOrd="0" destOrd="0" presId="urn:microsoft.com/office/officeart/2005/8/layout/hierarchy2"/>
    <dgm:cxn modelId="{8C39F47B-9429-40A9-BEC8-BBAC72E28A24}" type="presOf" srcId="{F376BFA6-AE06-451C-A4E8-CD92A55855A5}" destId="{3AEB2078-7A89-4C45-954B-07459DCBC470}" srcOrd="0" destOrd="0" presId="urn:microsoft.com/office/officeart/2005/8/layout/hierarchy2"/>
    <dgm:cxn modelId="{CECE5F7F-00C4-4AA0-A4BC-4875661A3C87}" type="presOf" srcId="{941E52D1-2B88-43C0-A012-C6D4C79375E0}" destId="{FE1D913E-CD2B-44D2-8710-2D63B07E12F0}" srcOrd="0" destOrd="0" presId="urn:microsoft.com/office/officeart/2005/8/layout/hierarchy2"/>
    <dgm:cxn modelId="{6A032F89-4247-4A29-A7C1-0308A5C87514}" type="presOf" srcId="{93973A4C-F49A-49C8-A176-7D2474653634}" destId="{5A698587-89AD-4EFD-83C3-0DA0F190687F}" srcOrd="0" destOrd="0" presId="urn:microsoft.com/office/officeart/2005/8/layout/hierarchy2"/>
    <dgm:cxn modelId="{E970C88C-4EE8-4EA7-B735-90940221460F}" srcId="{5F43414B-762F-47C6-B23A-7D390A59CCA9}" destId="{C13A7B87-6622-40F1-8B47-DEFF09D60BEE}" srcOrd="0" destOrd="0" parTransId="{DCB67ECB-43D5-4D9B-8DC0-9137B213DDFC}" sibTransId="{9D1A42E0-96F9-4288-A1BE-3AD72F5D1B69}"/>
    <dgm:cxn modelId="{B436BBA0-F79D-48EA-8803-BBD4BFCF7BDB}" type="presOf" srcId="{E788789B-3F35-43B8-AF84-7CFA3CC1E9BD}" destId="{879F8C51-7002-4E82-8049-B8A9F2AC279C}" srcOrd="1" destOrd="0" presId="urn:microsoft.com/office/officeart/2005/8/layout/hierarchy2"/>
    <dgm:cxn modelId="{DB380AA4-C873-4146-BB22-A453C5E1D87A}" type="presOf" srcId="{D1B0458D-4989-41AB-86FC-0D08CFD13A8C}" destId="{86412C0D-B052-4E1A-86D0-6C1F0C293F2F}" srcOrd="0" destOrd="0" presId="urn:microsoft.com/office/officeart/2005/8/layout/hierarchy2"/>
    <dgm:cxn modelId="{BFCFBAA6-C79A-4948-9471-9889D6D36E1B}" type="presOf" srcId="{93973A4C-F49A-49C8-A176-7D2474653634}" destId="{6190BBFE-45B4-4300-9D0C-C8B0F5116C3B}" srcOrd="1" destOrd="0" presId="urn:microsoft.com/office/officeart/2005/8/layout/hierarchy2"/>
    <dgm:cxn modelId="{04B0CFA7-F871-436A-B602-09EB83429653}" srcId="{CF5B6022-5412-401A-A9F2-34196D60AC68}" destId="{BD653D06-BC26-41BF-A6C8-F3C53F017441}" srcOrd="0" destOrd="0" parTransId="{2AB2EA76-7A6D-42E7-AD08-C6EBB7A7C020}" sibTransId="{62FB72F9-0DED-4E34-AFE5-6454018B7202}"/>
    <dgm:cxn modelId="{5EB213B4-DBF1-4C63-8E0F-CBFEB3ED7420}" type="presOf" srcId="{1A1B2BD1-F2AE-462B-AD6C-22365AE4D805}" destId="{02B80AB8-5AB5-4198-AE29-4136C80B5857}" srcOrd="1" destOrd="0" presId="urn:microsoft.com/office/officeart/2005/8/layout/hierarchy2"/>
    <dgm:cxn modelId="{8F94DABD-16AA-4024-AB9E-77DFC27E8272}" srcId="{941E52D1-2B88-43C0-A012-C6D4C79375E0}" destId="{CF5B6022-5412-401A-A9F2-34196D60AC68}" srcOrd="0" destOrd="0" parTransId="{E788789B-3F35-43B8-AF84-7CFA3CC1E9BD}" sibTransId="{5DCB27B7-2334-4BFC-A1C7-F19700CEAC75}"/>
    <dgm:cxn modelId="{7F4DDDC5-FF76-4981-8AC0-D9622ACC0310}" type="presOf" srcId="{1A1B2BD1-F2AE-462B-AD6C-22365AE4D805}" destId="{DA74944F-6F82-4654-9BD2-3D4DF33C8034}" srcOrd="0" destOrd="0" presId="urn:microsoft.com/office/officeart/2005/8/layout/hierarchy2"/>
    <dgm:cxn modelId="{05FD15DA-3A0E-4F2E-9697-0A2E637310C5}" type="presOf" srcId="{BD653D06-BC26-41BF-A6C8-F3C53F017441}" destId="{1B8BA2A5-CD56-4C3A-9D40-D1BD00B8AFA0}" srcOrd="0" destOrd="0" presId="urn:microsoft.com/office/officeart/2005/8/layout/hierarchy2"/>
    <dgm:cxn modelId="{8BF3B5EA-BB70-4D61-B8A8-E358B9110C36}" type="presOf" srcId="{CF5B6022-5412-401A-A9F2-34196D60AC68}" destId="{EF993D93-84F4-48A4-B6AB-1962EA2629D9}" srcOrd="0" destOrd="0" presId="urn:microsoft.com/office/officeart/2005/8/layout/hierarchy2"/>
    <dgm:cxn modelId="{45337EEB-17B8-4BAA-AC2B-7C5710657D31}" srcId="{F376BFA6-AE06-451C-A4E8-CD92A55855A5}" destId="{B13AB12F-75BB-42A8-8FAA-AAA1400C1CBD}" srcOrd="0" destOrd="0" parTransId="{3A6905AB-06B5-40C4-87B8-B5DAD91A3E9C}" sibTransId="{93E589A5-936B-4DB8-9A99-381E545BDE44}"/>
    <dgm:cxn modelId="{3EF8B0F3-8FDE-4068-A810-E780446A9303}" type="presOf" srcId="{3A6905AB-06B5-40C4-87B8-B5DAD91A3E9C}" destId="{FBFCF501-5DAD-42B2-82FA-D096146EC8AF}" srcOrd="0" destOrd="0" presId="urn:microsoft.com/office/officeart/2005/8/layout/hierarchy2"/>
    <dgm:cxn modelId="{50450FF8-91D7-4815-9454-A7CE720C2361}" srcId="{941E52D1-2B88-43C0-A012-C6D4C79375E0}" destId="{F376BFA6-AE06-451C-A4E8-CD92A55855A5}" srcOrd="1" destOrd="0" parTransId="{93973A4C-F49A-49C8-A176-7D2474653634}" sibTransId="{83838A83-F792-4071-B411-06F39A877D3F}"/>
    <dgm:cxn modelId="{27AF49FB-EF60-446C-A4C8-422EBFDC8CBB}" type="presOf" srcId="{2AB2EA76-7A6D-42E7-AD08-C6EBB7A7C020}" destId="{C213457D-74B7-4E76-9D90-3EA690CE9F58}" srcOrd="1" destOrd="0" presId="urn:microsoft.com/office/officeart/2005/8/layout/hierarchy2"/>
    <dgm:cxn modelId="{579C4C8E-6FDD-4EC7-84D4-A24257A8AF7A}" type="presParOf" srcId="{86412C0D-B052-4E1A-86D0-6C1F0C293F2F}" destId="{2FA05A33-53D3-402F-93F8-E7EDB4873B83}" srcOrd="0" destOrd="0" presId="urn:microsoft.com/office/officeart/2005/8/layout/hierarchy2"/>
    <dgm:cxn modelId="{466E81F0-2438-4562-8D13-C12BE8ED899D}" type="presParOf" srcId="{2FA05A33-53D3-402F-93F8-E7EDB4873B83}" destId="{FE1D913E-CD2B-44D2-8710-2D63B07E12F0}" srcOrd="0" destOrd="0" presId="urn:microsoft.com/office/officeart/2005/8/layout/hierarchy2"/>
    <dgm:cxn modelId="{1D103C04-BF80-4E3E-B601-EEFD4014ABF6}" type="presParOf" srcId="{2FA05A33-53D3-402F-93F8-E7EDB4873B83}" destId="{E0B85316-DE89-4158-A3BF-7FF2C7427D17}" srcOrd="1" destOrd="0" presId="urn:microsoft.com/office/officeart/2005/8/layout/hierarchy2"/>
    <dgm:cxn modelId="{2C0AD91A-44AE-4645-8D99-881E00AE5B7F}" type="presParOf" srcId="{E0B85316-DE89-4158-A3BF-7FF2C7427D17}" destId="{F8B5287F-4DC7-4127-BBDC-DF6C2677E647}" srcOrd="0" destOrd="0" presId="urn:microsoft.com/office/officeart/2005/8/layout/hierarchy2"/>
    <dgm:cxn modelId="{6ABC00C8-D8FD-446A-89F8-6A6EF53B8DF2}" type="presParOf" srcId="{F8B5287F-4DC7-4127-BBDC-DF6C2677E647}" destId="{879F8C51-7002-4E82-8049-B8A9F2AC279C}" srcOrd="0" destOrd="0" presId="urn:microsoft.com/office/officeart/2005/8/layout/hierarchy2"/>
    <dgm:cxn modelId="{0F2F9462-2843-4875-9AE1-248162B9B7C5}" type="presParOf" srcId="{E0B85316-DE89-4158-A3BF-7FF2C7427D17}" destId="{260FA6CA-1AF0-4ADB-ABAF-D75BABD94C3F}" srcOrd="1" destOrd="0" presId="urn:microsoft.com/office/officeart/2005/8/layout/hierarchy2"/>
    <dgm:cxn modelId="{C325034C-79F4-41A6-A6CD-B3C8A369761D}" type="presParOf" srcId="{260FA6CA-1AF0-4ADB-ABAF-D75BABD94C3F}" destId="{EF993D93-84F4-48A4-B6AB-1962EA2629D9}" srcOrd="0" destOrd="0" presId="urn:microsoft.com/office/officeart/2005/8/layout/hierarchy2"/>
    <dgm:cxn modelId="{1F8F5660-FFDC-4EFD-BFA6-80353700AB71}" type="presParOf" srcId="{260FA6CA-1AF0-4ADB-ABAF-D75BABD94C3F}" destId="{0B49493B-C93A-4DF6-9D3F-FE974B7F9BC2}" srcOrd="1" destOrd="0" presId="urn:microsoft.com/office/officeart/2005/8/layout/hierarchy2"/>
    <dgm:cxn modelId="{3BA0F4E6-A7AB-422B-B608-7B4802D2F811}" type="presParOf" srcId="{0B49493B-C93A-4DF6-9D3F-FE974B7F9BC2}" destId="{A55FCAF0-8357-4BE0-B573-E044FFEDCF0F}" srcOrd="0" destOrd="0" presId="urn:microsoft.com/office/officeart/2005/8/layout/hierarchy2"/>
    <dgm:cxn modelId="{2E59DBC4-C071-4999-BE71-CB671F8E015C}" type="presParOf" srcId="{A55FCAF0-8357-4BE0-B573-E044FFEDCF0F}" destId="{C213457D-74B7-4E76-9D90-3EA690CE9F58}" srcOrd="0" destOrd="0" presId="urn:microsoft.com/office/officeart/2005/8/layout/hierarchy2"/>
    <dgm:cxn modelId="{BED6E009-3146-498C-B0E9-C19BD17F6CE9}" type="presParOf" srcId="{0B49493B-C93A-4DF6-9D3F-FE974B7F9BC2}" destId="{D4FD522C-C862-4181-9C17-5986E1336099}" srcOrd="1" destOrd="0" presId="urn:microsoft.com/office/officeart/2005/8/layout/hierarchy2"/>
    <dgm:cxn modelId="{D78109A4-343B-4037-8A8B-338CBAFE1112}" type="presParOf" srcId="{D4FD522C-C862-4181-9C17-5986E1336099}" destId="{1B8BA2A5-CD56-4C3A-9D40-D1BD00B8AFA0}" srcOrd="0" destOrd="0" presId="urn:microsoft.com/office/officeart/2005/8/layout/hierarchy2"/>
    <dgm:cxn modelId="{F1A4F506-C798-4A0C-934D-2FE7C2F9B4FA}" type="presParOf" srcId="{D4FD522C-C862-4181-9C17-5986E1336099}" destId="{E6FFC53A-A143-4C65-BCCF-0F21A1317909}" srcOrd="1" destOrd="0" presId="urn:microsoft.com/office/officeart/2005/8/layout/hierarchy2"/>
    <dgm:cxn modelId="{D6FC993E-4D51-41AE-9385-CC6A98DE7C46}" type="presParOf" srcId="{E0B85316-DE89-4158-A3BF-7FF2C7427D17}" destId="{5A698587-89AD-4EFD-83C3-0DA0F190687F}" srcOrd="2" destOrd="0" presId="urn:microsoft.com/office/officeart/2005/8/layout/hierarchy2"/>
    <dgm:cxn modelId="{A5DF86FE-754C-4113-A015-7234D686F901}" type="presParOf" srcId="{5A698587-89AD-4EFD-83C3-0DA0F190687F}" destId="{6190BBFE-45B4-4300-9D0C-C8B0F5116C3B}" srcOrd="0" destOrd="0" presId="urn:microsoft.com/office/officeart/2005/8/layout/hierarchy2"/>
    <dgm:cxn modelId="{5C331130-19EA-4D0D-A5D9-AA9BF5B4D8F9}" type="presParOf" srcId="{E0B85316-DE89-4158-A3BF-7FF2C7427D17}" destId="{87DB4F35-283F-47D2-888F-F1CB72857CAB}" srcOrd="3" destOrd="0" presId="urn:microsoft.com/office/officeart/2005/8/layout/hierarchy2"/>
    <dgm:cxn modelId="{1D906D9F-F86F-4205-8319-32D025F620E1}" type="presParOf" srcId="{87DB4F35-283F-47D2-888F-F1CB72857CAB}" destId="{3AEB2078-7A89-4C45-954B-07459DCBC470}" srcOrd="0" destOrd="0" presId="urn:microsoft.com/office/officeart/2005/8/layout/hierarchy2"/>
    <dgm:cxn modelId="{3AB10505-16A6-489C-9AC4-49955C416A3A}" type="presParOf" srcId="{87DB4F35-283F-47D2-888F-F1CB72857CAB}" destId="{A0B6B088-323A-4D54-AE1A-0B26B1974F2B}" srcOrd="1" destOrd="0" presId="urn:microsoft.com/office/officeart/2005/8/layout/hierarchy2"/>
    <dgm:cxn modelId="{0CDEA9E9-D208-4F9F-AE89-CA4377ABC6BA}" type="presParOf" srcId="{A0B6B088-323A-4D54-AE1A-0B26B1974F2B}" destId="{FBFCF501-5DAD-42B2-82FA-D096146EC8AF}" srcOrd="0" destOrd="0" presId="urn:microsoft.com/office/officeart/2005/8/layout/hierarchy2"/>
    <dgm:cxn modelId="{6282969E-92E1-4634-9E60-74A9D73C03B9}" type="presParOf" srcId="{FBFCF501-5DAD-42B2-82FA-D096146EC8AF}" destId="{64458EB6-75E2-4A3A-BF57-8A8A852B16AB}" srcOrd="0" destOrd="0" presId="urn:microsoft.com/office/officeart/2005/8/layout/hierarchy2"/>
    <dgm:cxn modelId="{3EB1C155-7490-416E-AFDA-64A4A3BE0474}" type="presParOf" srcId="{A0B6B088-323A-4D54-AE1A-0B26B1974F2B}" destId="{E9AE3438-1BB0-4FF3-B536-2E1C189EC7B9}" srcOrd="1" destOrd="0" presId="urn:microsoft.com/office/officeart/2005/8/layout/hierarchy2"/>
    <dgm:cxn modelId="{39378BF6-92F6-41B7-80DD-98140386826A}" type="presParOf" srcId="{E9AE3438-1BB0-4FF3-B536-2E1C189EC7B9}" destId="{1C450DFF-DAEE-46AC-9E2B-13E174B0A720}" srcOrd="0" destOrd="0" presId="urn:microsoft.com/office/officeart/2005/8/layout/hierarchy2"/>
    <dgm:cxn modelId="{E6BE8517-35C1-4E0E-82C6-1C078E7A0506}" type="presParOf" srcId="{E9AE3438-1BB0-4FF3-B536-2E1C189EC7B9}" destId="{85AA32A1-0B65-4E7F-9974-EE5FE94EE749}" srcOrd="1" destOrd="0" presId="urn:microsoft.com/office/officeart/2005/8/layout/hierarchy2"/>
    <dgm:cxn modelId="{BAE3514C-C5E2-4E8F-8B32-92EC338CE612}" type="presParOf" srcId="{E0B85316-DE89-4158-A3BF-7FF2C7427D17}" destId="{DA74944F-6F82-4654-9BD2-3D4DF33C8034}" srcOrd="4" destOrd="0" presId="urn:microsoft.com/office/officeart/2005/8/layout/hierarchy2"/>
    <dgm:cxn modelId="{AA2BF18F-DCC4-47EE-AA74-377A341D061C}" type="presParOf" srcId="{DA74944F-6F82-4654-9BD2-3D4DF33C8034}" destId="{02B80AB8-5AB5-4198-AE29-4136C80B5857}" srcOrd="0" destOrd="0" presId="urn:microsoft.com/office/officeart/2005/8/layout/hierarchy2"/>
    <dgm:cxn modelId="{A7F2C904-7DB9-4494-ABDA-356FA22DD3B3}" type="presParOf" srcId="{E0B85316-DE89-4158-A3BF-7FF2C7427D17}" destId="{0464A64B-43C1-476A-9987-4B4EBC027F2A}" srcOrd="5" destOrd="0" presId="urn:microsoft.com/office/officeart/2005/8/layout/hierarchy2"/>
    <dgm:cxn modelId="{AFB8431C-E073-44FA-AED7-D698377133E1}" type="presParOf" srcId="{0464A64B-43C1-476A-9987-4B4EBC027F2A}" destId="{9B54CA3E-7099-44A7-AC49-5579F9EC9CF9}" srcOrd="0" destOrd="0" presId="urn:microsoft.com/office/officeart/2005/8/layout/hierarchy2"/>
    <dgm:cxn modelId="{03804AC4-41F9-4341-885F-11FBE05FE128}" type="presParOf" srcId="{0464A64B-43C1-476A-9987-4B4EBC027F2A}" destId="{85F933C6-8550-48A8-BCE8-08294C5B8917}" srcOrd="1" destOrd="0" presId="urn:microsoft.com/office/officeart/2005/8/layout/hierarchy2"/>
    <dgm:cxn modelId="{3DBBC682-6D41-4ED9-A9FD-A5F8D7EC46CD}" type="presParOf" srcId="{85F933C6-8550-48A8-BCE8-08294C5B8917}" destId="{3437D73E-1DC3-40A0-AC55-0977F96788E2}" srcOrd="0" destOrd="0" presId="urn:microsoft.com/office/officeart/2005/8/layout/hierarchy2"/>
    <dgm:cxn modelId="{0A686F24-7F9B-4220-BBD3-783861CCA1B0}" type="presParOf" srcId="{3437D73E-1DC3-40A0-AC55-0977F96788E2}" destId="{D836771A-3886-438E-A002-44E806658427}" srcOrd="0" destOrd="0" presId="urn:microsoft.com/office/officeart/2005/8/layout/hierarchy2"/>
    <dgm:cxn modelId="{A06FFD7E-A9E3-4484-A5A9-3DA7AE843010}" type="presParOf" srcId="{85F933C6-8550-48A8-BCE8-08294C5B8917}" destId="{2B0BDEE2-DEDA-46D7-A6E7-89936AFA36FF}" srcOrd="1" destOrd="0" presId="urn:microsoft.com/office/officeart/2005/8/layout/hierarchy2"/>
    <dgm:cxn modelId="{8FC8C1FB-B57D-452A-B839-9E0D32D135AE}" type="presParOf" srcId="{2B0BDEE2-DEDA-46D7-A6E7-89936AFA36FF}" destId="{96B8881E-27C3-4FAC-9E46-45056F5F3DFD}" srcOrd="0" destOrd="0" presId="urn:microsoft.com/office/officeart/2005/8/layout/hierarchy2"/>
    <dgm:cxn modelId="{1B281467-8DE9-4EA6-87DE-0A8A7958B815}" type="presParOf" srcId="{2B0BDEE2-DEDA-46D7-A6E7-89936AFA36FF}" destId="{C1EE2FC1-24DC-4A5D-B4E1-9B5FE4DE2E48}"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931716-50F6-441B-83C8-9FD6B1662D5E}" type="doc">
      <dgm:prSet loTypeId="urn:microsoft.com/office/officeart/2005/8/layout/hierarchy2" loCatId="hierarchy" qsTypeId="urn:microsoft.com/office/officeart/2005/8/quickstyle/simple1" qsCatId="simple" csTypeId="urn:microsoft.com/office/officeart/2005/8/colors/colorful1" csCatId="colorful" phldr="1"/>
      <dgm:spPr/>
      <dgm:t>
        <a:bodyPr/>
        <a:lstStyle/>
        <a:p>
          <a:endParaRPr lang="en-ES"/>
        </a:p>
      </dgm:t>
    </dgm:pt>
    <dgm:pt modelId="{06A7B3E2-7E7E-4AFF-B6B8-05E3FFBC8078}">
      <dgm:prSet phldrT="[Text]"/>
      <dgm:spPr/>
      <dgm:t>
        <a:bodyPr/>
        <a:lstStyle/>
        <a:p>
          <a:r>
            <a:rPr lang="es-ES_tradnl" dirty="0" err="1"/>
            <a:t>Problem</a:t>
          </a:r>
          <a:endParaRPr lang="en-ES" dirty="0"/>
        </a:p>
      </dgm:t>
    </dgm:pt>
    <dgm:pt modelId="{19E90686-2B23-4107-87CA-31D708405D42}" type="parTrans" cxnId="{D50FF515-70A3-4C99-B4F6-AC34F20CBD91}">
      <dgm:prSet/>
      <dgm:spPr/>
      <dgm:t>
        <a:bodyPr/>
        <a:lstStyle/>
        <a:p>
          <a:endParaRPr lang="en-ES"/>
        </a:p>
      </dgm:t>
    </dgm:pt>
    <dgm:pt modelId="{43ED12E7-E980-477D-9D6D-1A088974A723}" type="sibTrans" cxnId="{D50FF515-70A3-4C99-B4F6-AC34F20CBD91}">
      <dgm:prSet/>
      <dgm:spPr/>
      <dgm:t>
        <a:bodyPr/>
        <a:lstStyle/>
        <a:p>
          <a:endParaRPr lang="en-ES"/>
        </a:p>
      </dgm:t>
    </dgm:pt>
    <dgm:pt modelId="{50174595-C1A9-4CD2-8F84-C2F9E7F10DA3}">
      <dgm:prSet phldrT="[Text]"/>
      <dgm:spPr/>
      <dgm:t>
        <a:bodyPr/>
        <a:lstStyle/>
        <a:p>
          <a:r>
            <a:rPr lang="es-ES_tradnl" dirty="0" err="1"/>
            <a:t>Processor</a:t>
          </a:r>
          <a:endParaRPr lang="en-ES" dirty="0"/>
        </a:p>
      </dgm:t>
    </dgm:pt>
    <dgm:pt modelId="{ECD1AAFA-BA35-41C9-82AE-2106716D7281}" type="parTrans" cxnId="{6F071B5F-5C1B-4C61-9070-256F017D6A37}">
      <dgm:prSet/>
      <dgm:spPr/>
      <dgm:t>
        <a:bodyPr/>
        <a:lstStyle/>
        <a:p>
          <a:endParaRPr lang="en-ES"/>
        </a:p>
      </dgm:t>
    </dgm:pt>
    <dgm:pt modelId="{CDD6FDBD-921D-40EF-AC7F-5762921021C7}" type="sibTrans" cxnId="{6F071B5F-5C1B-4C61-9070-256F017D6A37}">
      <dgm:prSet/>
      <dgm:spPr/>
      <dgm:t>
        <a:bodyPr/>
        <a:lstStyle/>
        <a:p>
          <a:endParaRPr lang="en-ES"/>
        </a:p>
      </dgm:t>
    </dgm:pt>
    <dgm:pt modelId="{8DCB8F48-7880-47E3-91BB-7DBF41C04341}" type="pres">
      <dgm:prSet presAssocID="{AF931716-50F6-441B-83C8-9FD6B1662D5E}" presName="diagram" presStyleCnt="0">
        <dgm:presLayoutVars>
          <dgm:chPref val="1"/>
          <dgm:dir/>
          <dgm:animOne val="branch"/>
          <dgm:animLvl val="lvl"/>
          <dgm:resizeHandles val="exact"/>
        </dgm:presLayoutVars>
      </dgm:prSet>
      <dgm:spPr/>
    </dgm:pt>
    <dgm:pt modelId="{E3F24BFB-8362-443C-8D47-1B6AEF1ED408}" type="pres">
      <dgm:prSet presAssocID="{06A7B3E2-7E7E-4AFF-B6B8-05E3FFBC8078}" presName="root1" presStyleCnt="0"/>
      <dgm:spPr/>
    </dgm:pt>
    <dgm:pt modelId="{E40EBDC4-587E-4F23-912E-B2CA64C66F24}" type="pres">
      <dgm:prSet presAssocID="{06A7B3E2-7E7E-4AFF-B6B8-05E3FFBC8078}" presName="LevelOneTextNode" presStyleLbl="node0" presStyleIdx="0" presStyleCnt="1">
        <dgm:presLayoutVars>
          <dgm:chPref val="3"/>
        </dgm:presLayoutVars>
      </dgm:prSet>
      <dgm:spPr/>
    </dgm:pt>
    <dgm:pt modelId="{C0573989-DBC4-4C6E-8AD1-7430D2CA8408}" type="pres">
      <dgm:prSet presAssocID="{06A7B3E2-7E7E-4AFF-B6B8-05E3FFBC8078}" presName="level2hierChild" presStyleCnt="0"/>
      <dgm:spPr/>
    </dgm:pt>
    <dgm:pt modelId="{C5E5A7EA-4B82-4396-A384-4FF3878CE206}" type="pres">
      <dgm:prSet presAssocID="{ECD1AAFA-BA35-41C9-82AE-2106716D7281}" presName="conn2-1" presStyleLbl="parChTrans1D2" presStyleIdx="0" presStyleCnt="1"/>
      <dgm:spPr/>
    </dgm:pt>
    <dgm:pt modelId="{17254CB9-AB8A-4872-8418-4AF25B1A9044}" type="pres">
      <dgm:prSet presAssocID="{ECD1AAFA-BA35-41C9-82AE-2106716D7281}" presName="connTx" presStyleLbl="parChTrans1D2" presStyleIdx="0" presStyleCnt="1"/>
      <dgm:spPr/>
    </dgm:pt>
    <dgm:pt modelId="{5CFA1D7A-AB10-45F1-9867-AD1E018D0BBE}" type="pres">
      <dgm:prSet presAssocID="{50174595-C1A9-4CD2-8F84-C2F9E7F10DA3}" presName="root2" presStyleCnt="0"/>
      <dgm:spPr/>
    </dgm:pt>
    <dgm:pt modelId="{0853D4F7-6D0D-4950-9252-E7032493E707}" type="pres">
      <dgm:prSet presAssocID="{50174595-C1A9-4CD2-8F84-C2F9E7F10DA3}" presName="LevelTwoTextNode" presStyleLbl="node2" presStyleIdx="0" presStyleCnt="1">
        <dgm:presLayoutVars>
          <dgm:chPref val="3"/>
        </dgm:presLayoutVars>
      </dgm:prSet>
      <dgm:spPr/>
    </dgm:pt>
    <dgm:pt modelId="{BD238E57-D8D2-4DAD-A992-44D82D41D425}" type="pres">
      <dgm:prSet presAssocID="{50174595-C1A9-4CD2-8F84-C2F9E7F10DA3}" presName="level3hierChild" presStyleCnt="0"/>
      <dgm:spPr/>
    </dgm:pt>
  </dgm:ptLst>
  <dgm:cxnLst>
    <dgm:cxn modelId="{05770108-F299-4810-9E8E-E2AA9F31DD62}" type="presOf" srcId="{06A7B3E2-7E7E-4AFF-B6B8-05E3FFBC8078}" destId="{E40EBDC4-587E-4F23-912E-B2CA64C66F24}" srcOrd="0" destOrd="0" presId="urn:microsoft.com/office/officeart/2005/8/layout/hierarchy2"/>
    <dgm:cxn modelId="{D50FF515-70A3-4C99-B4F6-AC34F20CBD91}" srcId="{AF931716-50F6-441B-83C8-9FD6B1662D5E}" destId="{06A7B3E2-7E7E-4AFF-B6B8-05E3FFBC8078}" srcOrd="0" destOrd="0" parTransId="{19E90686-2B23-4107-87CA-31D708405D42}" sibTransId="{43ED12E7-E980-477D-9D6D-1A088974A723}"/>
    <dgm:cxn modelId="{BE92B131-152E-4F64-9F2D-99FEBC6F5728}" type="presOf" srcId="{ECD1AAFA-BA35-41C9-82AE-2106716D7281}" destId="{C5E5A7EA-4B82-4396-A384-4FF3878CE206}" srcOrd="0" destOrd="0" presId="urn:microsoft.com/office/officeart/2005/8/layout/hierarchy2"/>
    <dgm:cxn modelId="{D26C7932-6D28-4343-9F3F-9416D40CA91E}" type="presOf" srcId="{ECD1AAFA-BA35-41C9-82AE-2106716D7281}" destId="{17254CB9-AB8A-4872-8418-4AF25B1A9044}" srcOrd="1" destOrd="0" presId="urn:microsoft.com/office/officeart/2005/8/layout/hierarchy2"/>
    <dgm:cxn modelId="{6F071B5F-5C1B-4C61-9070-256F017D6A37}" srcId="{06A7B3E2-7E7E-4AFF-B6B8-05E3FFBC8078}" destId="{50174595-C1A9-4CD2-8F84-C2F9E7F10DA3}" srcOrd="0" destOrd="0" parTransId="{ECD1AAFA-BA35-41C9-82AE-2106716D7281}" sibTransId="{CDD6FDBD-921D-40EF-AC7F-5762921021C7}"/>
    <dgm:cxn modelId="{BD5F2468-1536-4F8A-9132-A609B4A8FB52}" type="presOf" srcId="{AF931716-50F6-441B-83C8-9FD6B1662D5E}" destId="{8DCB8F48-7880-47E3-91BB-7DBF41C04341}" srcOrd="0" destOrd="0" presId="urn:microsoft.com/office/officeart/2005/8/layout/hierarchy2"/>
    <dgm:cxn modelId="{DB1316B8-3273-4A97-9E03-874054E886A6}" type="presOf" srcId="{50174595-C1A9-4CD2-8F84-C2F9E7F10DA3}" destId="{0853D4F7-6D0D-4950-9252-E7032493E707}" srcOrd="0" destOrd="0" presId="urn:microsoft.com/office/officeart/2005/8/layout/hierarchy2"/>
    <dgm:cxn modelId="{F5B6F43B-A2CA-413D-B3FC-A9480E6285F5}" type="presParOf" srcId="{8DCB8F48-7880-47E3-91BB-7DBF41C04341}" destId="{E3F24BFB-8362-443C-8D47-1B6AEF1ED408}" srcOrd="0" destOrd="0" presId="urn:microsoft.com/office/officeart/2005/8/layout/hierarchy2"/>
    <dgm:cxn modelId="{5DAC6A7D-1D9A-4A4A-8C75-A28E8AB88650}" type="presParOf" srcId="{E3F24BFB-8362-443C-8D47-1B6AEF1ED408}" destId="{E40EBDC4-587E-4F23-912E-B2CA64C66F24}" srcOrd="0" destOrd="0" presId="urn:microsoft.com/office/officeart/2005/8/layout/hierarchy2"/>
    <dgm:cxn modelId="{1A1BFD98-2D1F-456B-A6BE-EA66F0A3BB54}" type="presParOf" srcId="{E3F24BFB-8362-443C-8D47-1B6AEF1ED408}" destId="{C0573989-DBC4-4C6E-8AD1-7430D2CA8408}" srcOrd="1" destOrd="0" presId="urn:microsoft.com/office/officeart/2005/8/layout/hierarchy2"/>
    <dgm:cxn modelId="{3B38B55B-DE77-436B-947C-D6A28ED41939}" type="presParOf" srcId="{C0573989-DBC4-4C6E-8AD1-7430D2CA8408}" destId="{C5E5A7EA-4B82-4396-A384-4FF3878CE206}" srcOrd="0" destOrd="0" presId="urn:microsoft.com/office/officeart/2005/8/layout/hierarchy2"/>
    <dgm:cxn modelId="{CB2B9F0D-1619-4475-822B-A1BBDED0637F}" type="presParOf" srcId="{C5E5A7EA-4B82-4396-A384-4FF3878CE206}" destId="{17254CB9-AB8A-4872-8418-4AF25B1A9044}" srcOrd="0" destOrd="0" presId="urn:microsoft.com/office/officeart/2005/8/layout/hierarchy2"/>
    <dgm:cxn modelId="{F208B896-8072-4BB5-9A85-A3F8C53E418E}" type="presParOf" srcId="{C0573989-DBC4-4C6E-8AD1-7430D2CA8408}" destId="{5CFA1D7A-AB10-45F1-9867-AD1E018D0BBE}" srcOrd="1" destOrd="0" presId="urn:microsoft.com/office/officeart/2005/8/layout/hierarchy2"/>
    <dgm:cxn modelId="{3B07670B-9645-434D-B9D7-F0CBE594D25D}" type="presParOf" srcId="{5CFA1D7A-AB10-45F1-9867-AD1E018D0BBE}" destId="{0853D4F7-6D0D-4950-9252-E7032493E707}" srcOrd="0" destOrd="0" presId="urn:microsoft.com/office/officeart/2005/8/layout/hierarchy2"/>
    <dgm:cxn modelId="{40F2D2D8-2D03-4AEF-A936-E454CD37D763}" type="presParOf" srcId="{5CFA1D7A-AB10-45F1-9867-AD1E018D0BBE}" destId="{BD238E57-D8D2-4DAD-A992-44D82D41D425}" srcOrd="1" destOrd="0" presId="urn:microsoft.com/office/officeart/2005/8/layout/hierarchy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CA44BE-305C-4659-80A3-A8C7605D9161}">
      <dsp:nvSpPr>
        <dsp:cNvPr id="0" name=""/>
        <dsp:cNvSpPr/>
      </dsp:nvSpPr>
      <dsp:spPr>
        <a:xfrm>
          <a:off x="406153" y="1833"/>
          <a:ext cx="2262650" cy="48407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s-ES" sz="1700" b="1" kern="1200" dirty="0"/>
            <a:t>ADAPTACIÓN DATOS</a:t>
          </a:r>
        </a:p>
      </dsp:txBody>
      <dsp:txXfrm>
        <a:off x="420331" y="16011"/>
        <a:ext cx="2234294" cy="455720"/>
      </dsp:txXfrm>
    </dsp:sp>
    <dsp:sp modelId="{D038F78F-E360-43CA-A917-0F78E87CDF94}">
      <dsp:nvSpPr>
        <dsp:cNvPr id="0" name=""/>
        <dsp:cNvSpPr/>
      </dsp:nvSpPr>
      <dsp:spPr>
        <a:xfrm rot="5400000">
          <a:off x="1495121" y="528266"/>
          <a:ext cx="84713" cy="8471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C457705-1E67-4BB0-9740-3136DDCE8D57}">
      <dsp:nvSpPr>
        <dsp:cNvPr id="0" name=""/>
        <dsp:cNvSpPr/>
      </dsp:nvSpPr>
      <dsp:spPr>
        <a:xfrm>
          <a:off x="504866" y="655336"/>
          <a:ext cx="2065224" cy="48407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NORMALIZAR</a:t>
          </a:r>
          <a:endParaRPr lang="es-ES" sz="1500" i="1" kern="1200" dirty="0"/>
        </a:p>
      </dsp:txBody>
      <dsp:txXfrm>
        <a:off x="519044" y="669514"/>
        <a:ext cx="2036868" cy="455720"/>
      </dsp:txXfrm>
    </dsp:sp>
    <dsp:sp modelId="{9C1D28ED-89C9-462D-9782-7C8C71B528C8}">
      <dsp:nvSpPr>
        <dsp:cNvPr id="0" name=""/>
        <dsp:cNvSpPr/>
      </dsp:nvSpPr>
      <dsp:spPr>
        <a:xfrm rot="5400000">
          <a:off x="1495121" y="1181769"/>
          <a:ext cx="84713" cy="8471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3C25534-E9BF-4C63-A9A2-57B80695765C}">
      <dsp:nvSpPr>
        <dsp:cNvPr id="0" name=""/>
        <dsp:cNvSpPr/>
      </dsp:nvSpPr>
      <dsp:spPr>
        <a:xfrm>
          <a:off x="569325" y="1308839"/>
          <a:ext cx="1936305" cy="48407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TRATAR VALORES  </a:t>
          </a:r>
          <a:r>
            <a:rPr lang="es-ES" sz="1500" i="1" kern="1200" dirty="0" err="1"/>
            <a:t>Nan</a:t>
          </a:r>
          <a:r>
            <a:rPr lang="es-ES" sz="1500" i="1" kern="1200" dirty="0"/>
            <a:t> </a:t>
          </a:r>
          <a:endParaRPr lang="es-ES" sz="1500" kern="1200" dirty="0"/>
        </a:p>
      </dsp:txBody>
      <dsp:txXfrm>
        <a:off x="583503" y="1323017"/>
        <a:ext cx="1907949" cy="455720"/>
      </dsp:txXfrm>
    </dsp:sp>
    <dsp:sp modelId="{9C96CEBC-19C1-48C2-8E94-038723467EE5}">
      <dsp:nvSpPr>
        <dsp:cNvPr id="0" name=""/>
        <dsp:cNvSpPr/>
      </dsp:nvSpPr>
      <dsp:spPr>
        <a:xfrm rot="5400000">
          <a:off x="1495121" y="1835272"/>
          <a:ext cx="84713" cy="8471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346B313-E1C2-4E31-87AB-DE384213CEF5}">
      <dsp:nvSpPr>
        <dsp:cNvPr id="0" name=""/>
        <dsp:cNvSpPr/>
      </dsp:nvSpPr>
      <dsp:spPr>
        <a:xfrm>
          <a:off x="569325" y="1962342"/>
          <a:ext cx="1936305" cy="48407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CALCULAR DIAGNÓSTICO</a:t>
          </a:r>
        </a:p>
      </dsp:txBody>
      <dsp:txXfrm>
        <a:off x="583503" y="1976520"/>
        <a:ext cx="1907949" cy="455720"/>
      </dsp:txXfrm>
    </dsp:sp>
    <dsp:sp modelId="{01827FD4-D536-4090-B1BC-20F809ABBDD0}">
      <dsp:nvSpPr>
        <dsp:cNvPr id="0" name=""/>
        <dsp:cNvSpPr/>
      </dsp:nvSpPr>
      <dsp:spPr>
        <a:xfrm rot="5400000">
          <a:off x="1495121" y="2488775"/>
          <a:ext cx="84713" cy="8471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82F916D-C8C0-413E-BE55-898DF5962D18}">
      <dsp:nvSpPr>
        <dsp:cNvPr id="0" name=""/>
        <dsp:cNvSpPr/>
      </dsp:nvSpPr>
      <dsp:spPr>
        <a:xfrm>
          <a:off x="569325" y="2615845"/>
          <a:ext cx="1936305" cy="48407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COMBINAR BIOMARCADORES</a:t>
          </a:r>
        </a:p>
      </dsp:txBody>
      <dsp:txXfrm>
        <a:off x="583503" y="2630023"/>
        <a:ext cx="1907949" cy="455720"/>
      </dsp:txXfrm>
    </dsp:sp>
    <dsp:sp modelId="{B799A364-1A00-4FCC-9A0D-23F22229F757}">
      <dsp:nvSpPr>
        <dsp:cNvPr id="0" name=""/>
        <dsp:cNvSpPr/>
      </dsp:nvSpPr>
      <dsp:spPr>
        <a:xfrm rot="5400000">
          <a:off x="1495121" y="3142278"/>
          <a:ext cx="84713" cy="8471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8344A23-84A8-46A2-A369-27D064FB5069}">
      <dsp:nvSpPr>
        <dsp:cNvPr id="0" name=""/>
        <dsp:cNvSpPr/>
      </dsp:nvSpPr>
      <dsp:spPr>
        <a:xfrm>
          <a:off x="569325" y="3269349"/>
          <a:ext cx="1936305" cy="48407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AGRUPAR</a:t>
          </a:r>
        </a:p>
      </dsp:txBody>
      <dsp:txXfrm>
        <a:off x="583503" y="3283527"/>
        <a:ext cx="1907949" cy="455720"/>
      </dsp:txXfrm>
    </dsp:sp>
    <dsp:sp modelId="{7C8D2CF0-8E3A-4BE0-846D-ACEC70E7D70A}">
      <dsp:nvSpPr>
        <dsp:cNvPr id="0" name=""/>
        <dsp:cNvSpPr/>
      </dsp:nvSpPr>
      <dsp:spPr>
        <a:xfrm>
          <a:off x="2939886" y="1833"/>
          <a:ext cx="2407505" cy="4984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s-ES" sz="1700" b="1" kern="1200" dirty="0"/>
            <a:t>    ESTIMACIÓN </a:t>
          </a:r>
          <a:r>
            <a:rPr lang="es-ES" sz="1700" b="1" kern="1200" dirty="0" err="1"/>
            <a:t>DPMs</a:t>
          </a:r>
          <a:r>
            <a:rPr lang="es-ES" sz="1700" b="1" kern="1200" dirty="0"/>
            <a:t>	</a:t>
          </a:r>
        </a:p>
      </dsp:txBody>
      <dsp:txXfrm>
        <a:off x="2954486" y="16433"/>
        <a:ext cx="2378305" cy="469277"/>
      </dsp:txXfrm>
    </dsp:sp>
    <dsp:sp modelId="{7433CC79-DE51-4C30-90F1-6BA73D0F14E1}">
      <dsp:nvSpPr>
        <dsp:cNvPr id="0" name=""/>
        <dsp:cNvSpPr/>
      </dsp:nvSpPr>
      <dsp:spPr>
        <a:xfrm rot="5400000">
          <a:off x="4101282" y="542667"/>
          <a:ext cx="84713" cy="8471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FB9F8AB-2FC0-417B-B101-D735AFF0E673}">
      <dsp:nvSpPr>
        <dsp:cNvPr id="0" name=""/>
        <dsp:cNvSpPr/>
      </dsp:nvSpPr>
      <dsp:spPr>
        <a:xfrm>
          <a:off x="2950197" y="669737"/>
          <a:ext cx="2386883" cy="48407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CALIBRACIÓN </a:t>
          </a:r>
          <a:r>
            <a:rPr lang="es-ES" sz="1500" kern="1200" dirty="0">
              <a:sym typeface="Wingdings" panose="05000000000000000000" pitchFamily="2" charset="2"/>
            </a:rPr>
            <a:t> </a:t>
          </a:r>
          <a:r>
            <a:rPr lang="es-ES" sz="1500" i="1" kern="1200" dirty="0">
              <a:sym typeface="Wingdings" panose="05000000000000000000" pitchFamily="2" charset="2"/>
            </a:rPr>
            <a:t>Long-</a:t>
          </a:r>
          <a:r>
            <a:rPr lang="es-ES" sz="1500" i="1" kern="1200" dirty="0" err="1">
              <a:sym typeface="Wingdings" panose="05000000000000000000" pitchFamily="2" charset="2"/>
            </a:rPr>
            <a:t>term</a:t>
          </a:r>
          <a:endParaRPr lang="es-ES" sz="1500" i="1" kern="1200" dirty="0"/>
        </a:p>
      </dsp:txBody>
      <dsp:txXfrm>
        <a:off x="2964375" y="683915"/>
        <a:ext cx="2358527" cy="455720"/>
      </dsp:txXfrm>
    </dsp:sp>
    <dsp:sp modelId="{BF173829-614E-4ECE-BFAA-46FCF5502E32}">
      <dsp:nvSpPr>
        <dsp:cNvPr id="0" name=""/>
        <dsp:cNvSpPr/>
      </dsp:nvSpPr>
      <dsp:spPr>
        <a:xfrm rot="5400000">
          <a:off x="4101282" y="1196171"/>
          <a:ext cx="84713" cy="8471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B8929CB-0165-4CE8-A7F1-844C3C7B60AF}">
      <dsp:nvSpPr>
        <dsp:cNvPr id="0" name=""/>
        <dsp:cNvSpPr/>
      </dsp:nvSpPr>
      <dsp:spPr>
        <a:xfrm>
          <a:off x="2962018" y="1323241"/>
          <a:ext cx="2363241" cy="48407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PERSONALIZACIÓN</a:t>
          </a:r>
        </a:p>
      </dsp:txBody>
      <dsp:txXfrm>
        <a:off x="2976196" y="1337419"/>
        <a:ext cx="2334885" cy="455720"/>
      </dsp:txXfrm>
    </dsp:sp>
    <dsp:sp modelId="{83275A3A-2C7F-4E9D-9459-C5F221B72E54}">
      <dsp:nvSpPr>
        <dsp:cNvPr id="0" name=""/>
        <dsp:cNvSpPr/>
      </dsp:nvSpPr>
      <dsp:spPr>
        <a:xfrm rot="5400000">
          <a:off x="4101282" y="1849674"/>
          <a:ext cx="84713" cy="8471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2955820-CB87-43BF-B641-694887B3F165}">
      <dsp:nvSpPr>
        <dsp:cNvPr id="0" name=""/>
        <dsp:cNvSpPr/>
      </dsp:nvSpPr>
      <dsp:spPr>
        <a:xfrm>
          <a:off x="2962018" y="1976744"/>
          <a:ext cx="2363241" cy="48407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PREDICCIÓN </a:t>
          </a:r>
          <a:r>
            <a:rPr lang="es-ES" sz="1500" kern="1200" dirty="0">
              <a:sym typeface="Wingdings" panose="05000000000000000000" pitchFamily="2" charset="2"/>
            </a:rPr>
            <a:t> </a:t>
          </a:r>
          <a:r>
            <a:rPr lang="es-ES" sz="1500" i="1" kern="1200" dirty="0">
              <a:sym typeface="Wingdings" panose="05000000000000000000" pitchFamily="2" charset="2"/>
            </a:rPr>
            <a:t>Short-</a:t>
          </a:r>
          <a:r>
            <a:rPr lang="es-ES" sz="1500" i="1" kern="1200" dirty="0" err="1">
              <a:sym typeface="Wingdings" panose="05000000000000000000" pitchFamily="2" charset="2"/>
            </a:rPr>
            <a:t>term</a:t>
          </a:r>
          <a:endParaRPr lang="es-ES" sz="1500" i="1" kern="1200" dirty="0"/>
        </a:p>
      </dsp:txBody>
      <dsp:txXfrm>
        <a:off x="2976196" y="1990922"/>
        <a:ext cx="2334885" cy="455720"/>
      </dsp:txXfrm>
    </dsp:sp>
    <dsp:sp modelId="{85646ABB-2D3A-4085-A8BB-F8F06057A7D7}">
      <dsp:nvSpPr>
        <dsp:cNvPr id="0" name=""/>
        <dsp:cNvSpPr/>
      </dsp:nvSpPr>
      <dsp:spPr>
        <a:xfrm>
          <a:off x="5618474" y="1833"/>
          <a:ext cx="2379177" cy="48407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s-ES" sz="1700" b="1" kern="1200" dirty="0"/>
            <a:t>MÉTRICAS </a:t>
          </a:r>
          <a:r>
            <a:rPr lang="es-ES" sz="1700" b="1" kern="1200" dirty="0" err="1"/>
            <a:t>DPMs</a:t>
          </a:r>
          <a:endParaRPr lang="es-ES" sz="1700" b="1" kern="1200" dirty="0"/>
        </a:p>
      </dsp:txBody>
      <dsp:txXfrm>
        <a:off x="5632652" y="16011"/>
        <a:ext cx="2350821" cy="455720"/>
      </dsp:txXfrm>
    </dsp:sp>
    <dsp:sp modelId="{F3B785AE-9F64-4575-B4F7-2941A9A1A190}">
      <dsp:nvSpPr>
        <dsp:cNvPr id="0" name=""/>
        <dsp:cNvSpPr/>
      </dsp:nvSpPr>
      <dsp:spPr>
        <a:xfrm rot="5400000">
          <a:off x="6765706" y="528266"/>
          <a:ext cx="84713" cy="8471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73F3EAA-332B-4091-8F06-2EBB3864DC21}">
      <dsp:nvSpPr>
        <dsp:cNvPr id="0" name=""/>
        <dsp:cNvSpPr/>
      </dsp:nvSpPr>
      <dsp:spPr>
        <a:xfrm>
          <a:off x="5839910" y="655336"/>
          <a:ext cx="1936305" cy="48407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MAE/NMAE</a:t>
          </a:r>
        </a:p>
      </dsp:txBody>
      <dsp:txXfrm>
        <a:off x="5854088" y="669514"/>
        <a:ext cx="1907949" cy="455720"/>
      </dsp:txXfrm>
    </dsp:sp>
    <dsp:sp modelId="{3A659B7A-FA3C-4D99-98D0-540225BC58D1}">
      <dsp:nvSpPr>
        <dsp:cNvPr id="0" name=""/>
        <dsp:cNvSpPr/>
      </dsp:nvSpPr>
      <dsp:spPr>
        <a:xfrm rot="5400000">
          <a:off x="6765706" y="1181769"/>
          <a:ext cx="84713" cy="8471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E0CF61E-374D-4694-AEEE-EAE04D9AE779}">
      <dsp:nvSpPr>
        <dsp:cNvPr id="0" name=""/>
        <dsp:cNvSpPr/>
      </dsp:nvSpPr>
      <dsp:spPr>
        <a:xfrm>
          <a:off x="5839910" y="1308839"/>
          <a:ext cx="1936305" cy="48407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DPS</a:t>
          </a:r>
        </a:p>
      </dsp:txBody>
      <dsp:txXfrm>
        <a:off x="5854088" y="1323017"/>
        <a:ext cx="1907949" cy="455720"/>
      </dsp:txXfrm>
    </dsp:sp>
    <dsp:sp modelId="{AAE1F0A3-9FAB-478B-BC93-F6406FEEDD3E}">
      <dsp:nvSpPr>
        <dsp:cNvPr id="0" name=""/>
        <dsp:cNvSpPr/>
      </dsp:nvSpPr>
      <dsp:spPr>
        <a:xfrm rot="5400000">
          <a:off x="6765706" y="1835272"/>
          <a:ext cx="84713" cy="8471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1E6D71C-324D-4708-B1F0-E6B9BB8A6CB1}">
      <dsp:nvSpPr>
        <dsp:cNvPr id="0" name=""/>
        <dsp:cNvSpPr/>
      </dsp:nvSpPr>
      <dsp:spPr>
        <a:xfrm>
          <a:off x="5839910" y="1962342"/>
          <a:ext cx="1936305" cy="48407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BAYES, SCORES Y AUC</a:t>
          </a:r>
        </a:p>
      </dsp:txBody>
      <dsp:txXfrm>
        <a:off x="5854088" y="1976520"/>
        <a:ext cx="1907949" cy="455720"/>
      </dsp:txXfrm>
    </dsp:sp>
    <dsp:sp modelId="{138ED6C1-CF6F-4FA3-ADD4-9AD25B21C51B}">
      <dsp:nvSpPr>
        <dsp:cNvPr id="0" name=""/>
        <dsp:cNvSpPr/>
      </dsp:nvSpPr>
      <dsp:spPr>
        <a:xfrm rot="5400000">
          <a:off x="6765706" y="2488775"/>
          <a:ext cx="84713" cy="84713"/>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FD12EFD-DF79-4AA0-970C-A99A9FBFDCF4}">
      <dsp:nvSpPr>
        <dsp:cNvPr id="0" name=""/>
        <dsp:cNvSpPr/>
      </dsp:nvSpPr>
      <dsp:spPr>
        <a:xfrm>
          <a:off x="5839910" y="2615845"/>
          <a:ext cx="1936305" cy="484076"/>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s-ES" sz="1500" kern="1200" dirty="0"/>
            <a:t>TIEMPOS DE CONVERSIÓN</a:t>
          </a:r>
        </a:p>
      </dsp:txBody>
      <dsp:txXfrm>
        <a:off x="5854088" y="2630023"/>
        <a:ext cx="1907949" cy="4557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7731BC-3D71-4ACC-837B-0A5A9766329E}">
      <dsp:nvSpPr>
        <dsp:cNvPr id="0" name=""/>
        <dsp:cNvSpPr/>
      </dsp:nvSpPr>
      <dsp:spPr>
        <a:xfrm>
          <a:off x="29" y="64368"/>
          <a:ext cx="2848570" cy="980963"/>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s-ES" sz="2000" kern="1200" dirty="0"/>
            <a:t>Evaluación de la precisión temporal de las trayectorias</a:t>
          </a:r>
        </a:p>
      </dsp:txBody>
      <dsp:txXfrm>
        <a:off x="29" y="64368"/>
        <a:ext cx="2848570" cy="980963"/>
      </dsp:txXfrm>
    </dsp:sp>
    <dsp:sp modelId="{9996B268-0F61-4AED-B3BE-B8E5678D1A97}">
      <dsp:nvSpPr>
        <dsp:cNvPr id="0" name=""/>
        <dsp:cNvSpPr/>
      </dsp:nvSpPr>
      <dsp:spPr>
        <a:xfrm>
          <a:off x="29" y="1045331"/>
          <a:ext cx="2848570" cy="1976399"/>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s-ES" sz="2000" kern="1200" dirty="0"/>
            <a:t>MAE</a:t>
          </a:r>
        </a:p>
        <a:p>
          <a:pPr marL="228600" lvl="1" indent="-228600" algn="l" defTabSz="889000">
            <a:lnSpc>
              <a:spcPct val="90000"/>
            </a:lnSpc>
            <a:spcBef>
              <a:spcPct val="0"/>
            </a:spcBef>
            <a:spcAft>
              <a:spcPct val="15000"/>
            </a:spcAft>
            <a:buChar char="•"/>
          </a:pPr>
          <a:r>
            <a:rPr lang="es-ES" sz="2000" kern="1200" dirty="0"/>
            <a:t>NMAE</a:t>
          </a:r>
        </a:p>
      </dsp:txBody>
      <dsp:txXfrm>
        <a:off x="29" y="1045331"/>
        <a:ext cx="2848570" cy="1976399"/>
      </dsp:txXfrm>
    </dsp:sp>
    <dsp:sp modelId="{6BF57199-63BF-4665-99C8-EF36A075DBFA}">
      <dsp:nvSpPr>
        <dsp:cNvPr id="0" name=""/>
        <dsp:cNvSpPr/>
      </dsp:nvSpPr>
      <dsp:spPr>
        <a:xfrm>
          <a:off x="3247399" y="64368"/>
          <a:ext cx="2848570" cy="980963"/>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s-ES" sz="2000" kern="1200" dirty="0"/>
            <a:t>Evaluación del diagnóstico cognitivo</a:t>
          </a:r>
        </a:p>
      </dsp:txBody>
      <dsp:txXfrm>
        <a:off x="3247399" y="64368"/>
        <a:ext cx="2848570" cy="980963"/>
      </dsp:txXfrm>
    </dsp:sp>
    <dsp:sp modelId="{78B02FAD-9121-4522-940F-80CD304D49E0}">
      <dsp:nvSpPr>
        <dsp:cNvPr id="0" name=""/>
        <dsp:cNvSpPr/>
      </dsp:nvSpPr>
      <dsp:spPr>
        <a:xfrm>
          <a:off x="3247399" y="1045331"/>
          <a:ext cx="2848570" cy="1976399"/>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s-ES" sz="2000" kern="1200" dirty="0"/>
            <a:t>AUC</a:t>
          </a:r>
        </a:p>
        <a:p>
          <a:pPr marL="228600" lvl="1" indent="-228600" algn="l" defTabSz="889000">
            <a:lnSpc>
              <a:spcPct val="90000"/>
            </a:lnSpc>
            <a:spcBef>
              <a:spcPct val="0"/>
            </a:spcBef>
            <a:spcAft>
              <a:spcPct val="15000"/>
            </a:spcAft>
            <a:buChar char="•"/>
          </a:pPr>
          <a:r>
            <a:rPr lang="es-ES" sz="2000" kern="1200" dirty="0"/>
            <a:t>SCORES</a:t>
          </a:r>
        </a:p>
        <a:p>
          <a:pPr marL="228600" lvl="1" indent="-228600" algn="l" defTabSz="889000">
            <a:lnSpc>
              <a:spcPct val="90000"/>
            </a:lnSpc>
            <a:spcBef>
              <a:spcPct val="0"/>
            </a:spcBef>
            <a:spcAft>
              <a:spcPct val="15000"/>
            </a:spcAft>
            <a:buChar char="•"/>
          </a:pPr>
          <a:r>
            <a:rPr lang="es-ES" sz="2000" kern="1200" dirty="0"/>
            <a:t>CORRELACIÓN CON LOS TIEMPOS DE RESERVA Y DE CONVERSIÓN</a:t>
          </a:r>
        </a:p>
      </dsp:txBody>
      <dsp:txXfrm>
        <a:off x="3247399" y="1045331"/>
        <a:ext cx="2848570" cy="197639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1D913E-CD2B-44D2-8710-2D63B07E12F0}">
      <dsp:nvSpPr>
        <dsp:cNvPr id="0" name=""/>
        <dsp:cNvSpPr/>
      </dsp:nvSpPr>
      <dsp:spPr>
        <a:xfrm>
          <a:off x="2621" y="1234599"/>
          <a:ext cx="1245545" cy="62277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kern="1200" dirty="0" err="1"/>
            <a:t>Problem</a:t>
          </a:r>
          <a:endParaRPr lang="en-ES" sz="1800" kern="1200" dirty="0"/>
        </a:p>
      </dsp:txBody>
      <dsp:txXfrm>
        <a:off x="20861" y="1252839"/>
        <a:ext cx="1209065" cy="586292"/>
      </dsp:txXfrm>
    </dsp:sp>
    <dsp:sp modelId="{F8B5287F-4DC7-4127-BBDC-DF6C2677E647}">
      <dsp:nvSpPr>
        <dsp:cNvPr id="0" name=""/>
        <dsp:cNvSpPr/>
      </dsp:nvSpPr>
      <dsp:spPr>
        <a:xfrm rot="18289469">
          <a:off x="1061057" y="1169764"/>
          <a:ext cx="872437" cy="36254"/>
        </a:xfrm>
        <a:custGeom>
          <a:avLst/>
          <a:gdLst/>
          <a:ahLst/>
          <a:cxnLst/>
          <a:rect l="0" t="0" r="0" b="0"/>
          <a:pathLst>
            <a:path>
              <a:moveTo>
                <a:pt x="0" y="18127"/>
              </a:moveTo>
              <a:lnTo>
                <a:pt x="872437" y="1812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ES" sz="500" kern="1200"/>
        </a:p>
      </dsp:txBody>
      <dsp:txXfrm>
        <a:off x="1475465" y="1166080"/>
        <a:ext cx="43621" cy="43621"/>
      </dsp:txXfrm>
    </dsp:sp>
    <dsp:sp modelId="{EF993D93-84F4-48A4-B6AB-1962EA2629D9}">
      <dsp:nvSpPr>
        <dsp:cNvPr id="0" name=""/>
        <dsp:cNvSpPr/>
      </dsp:nvSpPr>
      <dsp:spPr>
        <a:xfrm>
          <a:off x="1746385" y="518411"/>
          <a:ext cx="1245545" cy="622772"/>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kern="1200" dirty="0" err="1"/>
            <a:t>Task</a:t>
          </a:r>
          <a:r>
            <a:rPr lang="es-ES_tradnl" sz="1800" kern="1200" dirty="0"/>
            <a:t> 1</a:t>
          </a:r>
          <a:endParaRPr lang="en-ES" sz="1800" kern="1200" dirty="0"/>
        </a:p>
      </dsp:txBody>
      <dsp:txXfrm>
        <a:off x="1764625" y="536651"/>
        <a:ext cx="1209065" cy="586292"/>
      </dsp:txXfrm>
    </dsp:sp>
    <dsp:sp modelId="{A55FCAF0-8357-4BE0-B573-E044FFEDCF0F}">
      <dsp:nvSpPr>
        <dsp:cNvPr id="0" name=""/>
        <dsp:cNvSpPr/>
      </dsp:nvSpPr>
      <dsp:spPr>
        <a:xfrm>
          <a:off x="2991930" y="811669"/>
          <a:ext cx="498218" cy="36254"/>
        </a:xfrm>
        <a:custGeom>
          <a:avLst/>
          <a:gdLst/>
          <a:ahLst/>
          <a:cxnLst/>
          <a:rect l="0" t="0" r="0" b="0"/>
          <a:pathLst>
            <a:path>
              <a:moveTo>
                <a:pt x="0" y="18127"/>
              </a:moveTo>
              <a:lnTo>
                <a:pt x="498218" y="18127"/>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ES" sz="500" kern="1200"/>
        </a:p>
      </dsp:txBody>
      <dsp:txXfrm>
        <a:off x="3228584" y="817341"/>
        <a:ext cx="24910" cy="24910"/>
      </dsp:txXfrm>
    </dsp:sp>
    <dsp:sp modelId="{1B8BA2A5-CD56-4C3A-9D40-D1BD00B8AFA0}">
      <dsp:nvSpPr>
        <dsp:cNvPr id="0" name=""/>
        <dsp:cNvSpPr/>
      </dsp:nvSpPr>
      <dsp:spPr>
        <a:xfrm>
          <a:off x="3490148" y="518411"/>
          <a:ext cx="1245545" cy="622772"/>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kern="1200" dirty="0"/>
            <a:t>Processor_1</a:t>
          </a:r>
          <a:endParaRPr lang="en-ES" sz="1800" kern="1200" dirty="0"/>
        </a:p>
      </dsp:txBody>
      <dsp:txXfrm>
        <a:off x="3508388" y="536651"/>
        <a:ext cx="1209065" cy="586292"/>
      </dsp:txXfrm>
    </dsp:sp>
    <dsp:sp modelId="{5A698587-89AD-4EFD-83C3-0DA0F190687F}">
      <dsp:nvSpPr>
        <dsp:cNvPr id="0" name=""/>
        <dsp:cNvSpPr/>
      </dsp:nvSpPr>
      <dsp:spPr>
        <a:xfrm>
          <a:off x="1248167" y="1527858"/>
          <a:ext cx="498218" cy="36254"/>
        </a:xfrm>
        <a:custGeom>
          <a:avLst/>
          <a:gdLst/>
          <a:ahLst/>
          <a:cxnLst/>
          <a:rect l="0" t="0" r="0" b="0"/>
          <a:pathLst>
            <a:path>
              <a:moveTo>
                <a:pt x="0" y="18127"/>
              </a:moveTo>
              <a:lnTo>
                <a:pt x="498218" y="1812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ES" sz="500" kern="1200"/>
        </a:p>
      </dsp:txBody>
      <dsp:txXfrm>
        <a:off x="1484820" y="1533530"/>
        <a:ext cx="24910" cy="24910"/>
      </dsp:txXfrm>
    </dsp:sp>
    <dsp:sp modelId="{3AEB2078-7A89-4C45-954B-07459DCBC470}">
      <dsp:nvSpPr>
        <dsp:cNvPr id="0" name=""/>
        <dsp:cNvSpPr/>
      </dsp:nvSpPr>
      <dsp:spPr>
        <a:xfrm>
          <a:off x="1746385" y="1234599"/>
          <a:ext cx="1245545" cy="622772"/>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kern="1200" dirty="0" err="1"/>
            <a:t>Task</a:t>
          </a:r>
          <a:r>
            <a:rPr lang="es-ES_tradnl" sz="1800" kern="1200" dirty="0"/>
            <a:t> 2</a:t>
          </a:r>
          <a:endParaRPr lang="en-ES" sz="1800" kern="1200" dirty="0"/>
        </a:p>
      </dsp:txBody>
      <dsp:txXfrm>
        <a:off x="1764625" y="1252839"/>
        <a:ext cx="1209065" cy="586292"/>
      </dsp:txXfrm>
    </dsp:sp>
    <dsp:sp modelId="{FBFCF501-5DAD-42B2-82FA-D096146EC8AF}">
      <dsp:nvSpPr>
        <dsp:cNvPr id="0" name=""/>
        <dsp:cNvSpPr/>
      </dsp:nvSpPr>
      <dsp:spPr>
        <a:xfrm>
          <a:off x="2991930" y="1527858"/>
          <a:ext cx="498218" cy="36254"/>
        </a:xfrm>
        <a:custGeom>
          <a:avLst/>
          <a:gdLst/>
          <a:ahLst/>
          <a:cxnLst/>
          <a:rect l="0" t="0" r="0" b="0"/>
          <a:pathLst>
            <a:path>
              <a:moveTo>
                <a:pt x="0" y="18127"/>
              </a:moveTo>
              <a:lnTo>
                <a:pt x="498218" y="18127"/>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ES" sz="500" kern="1200"/>
        </a:p>
      </dsp:txBody>
      <dsp:txXfrm>
        <a:off x="3228584" y="1533530"/>
        <a:ext cx="24910" cy="24910"/>
      </dsp:txXfrm>
    </dsp:sp>
    <dsp:sp modelId="{1C450DFF-DAEE-46AC-9E2B-13E174B0A720}">
      <dsp:nvSpPr>
        <dsp:cNvPr id="0" name=""/>
        <dsp:cNvSpPr/>
      </dsp:nvSpPr>
      <dsp:spPr>
        <a:xfrm>
          <a:off x="3490148" y="1234599"/>
          <a:ext cx="1245545" cy="622772"/>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kern="1200" dirty="0"/>
            <a:t>Processor_2</a:t>
          </a:r>
          <a:endParaRPr lang="en-ES" sz="1800" kern="1200" dirty="0"/>
        </a:p>
      </dsp:txBody>
      <dsp:txXfrm>
        <a:off x="3508388" y="1252839"/>
        <a:ext cx="1209065" cy="586292"/>
      </dsp:txXfrm>
    </dsp:sp>
    <dsp:sp modelId="{DA74944F-6F82-4654-9BD2-3D4DF33C8034}">
      <dsp:nvSpPr>
        <dsp:cNvPr id="0" name=""/>
        <dsp:cNvSpPr/>
      </dsp:nvSpPr>
      <dsp:spPr>
        <a:xfrm rot="3310531">
          <a:off x="1061057" y="1885952"/>
          <a:ext cx="872437" cy="36254"/>
        </a:xfrm>
        <a:custGeom>
          <a:avLst/>
          <a:gdLst/>
          <a:ahLst/>
          <a:cxnLst/>
          <a:rect l="0" t="0" r="0" b="0"/>
          <a:pathLst>
            <a:path>
              <a:moveTo>
                <a:pt x="0" y="18127"/>
              </a:moveTo>
              <a:lnTo>
                <a:pt x="872437" y="1812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ES" sz="500" kern="1200"/>
        </a:p>
      </dsp:txBody>
      <dsp:txXfrm>
        <a:off x="1475465" y="1882269"/>
        <a:ext cx="43621" cy="43621"/>
      </dsp:txXfrm>
    </dsp:sp>
    <dsp:sp modelId="{9B54CA3E-7099-44A7-AC49-5579F9EC9CF9}">
      <dsp:nvSpPr>
        <dsp:cNvPr id="0" name=""/>
        <dsp:cNvSpPr/>
      </dsp:nvSpPr>
      <dsp:spPr>
        <a:xfrm>
          <a:off x="1746385" y="1950788"/>
          <a:ext cx="1245545" cy="622772"/>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kern="1200" dirty="0" err="1"/>
            <a:t>Task</a:t>
          </a:r>
          <a:r>
            <a:rPr lang="es-ES_tradnl" sz="1800" kern="1200" dirty="0"/>
            <a:t> 3</a:t>
          </a:r>
          <a:endParaRPr lang="en-ES" sz="1800" kern="1200" dirty="0"/>
        </a:p>
      </dsp:txBody>
      <dsp:txXfrm>
        <a:off x="1764625" y="1969028"/>
        <a:ext cx="1209065" cy="586292"/>
      </dsp:txXfrm>
    </dsp:sp>
    <dsp:sp modelId="{3437D73E-1DC3-40A0-AC55-0977F96788E2}">
      <dsp:nvSpPr>
        <dsp:cNvPr id="0" name=""/>
        <dsp:cNvSpPr/>
      </dsp:nvSpPr>
      <dsp:spPr>
        <a:xfrm>
          <a:off x="2991930" y="2244047"/>
          <a:ext cx="498218" cy="36254"/>
        </a:xfrm>
        <a:custGeom>
          <a:avLst/>
          <a:gdLst/>
          <a:ahLst/>
          <a:cxnLst/>
          <a:rect l="0" t="0" r="0" b="0"/>
          <a:pathLst>
            <a:path>
              <a:moveTo>
                <a:pt x="0" y="18127"/>
              </a:moveTo>
              <a:lnTo>
                <a:pt x="498218" y="18127"/>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ES" sz="500" kern="1200"/>
        </a:p>
      </dsp:txBody>
      <dsp:txXfrm>
        <a:off x="3228584" y="2249719"/>
        <a:ext cx="24910" cy="24910"/>
      </dsp:txXfrm>
    </dsp:sp>
    <dsp:sp modelId="{96B8881E-27C3-4FAC-9E46-45056F5F3DFD}">
      <dsp:nvSpPr>
        <dsp:cNvPr id="0" name=""/>
        <dsp:cNvSpPr/>
      </dsp:nvSpPr>
      <dsp:spPr>
        <a:xfrm>
          <a:off x="3490148" y="1950788"/>
          <a:ext cx="1245545" cy="622772"/>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kern="1200" dirty="0"/>
            <a:t>Processor_3</a:t>
          </a:r>
          <a:endParaRPr lang="en-ES" sz="1800" kern="1200" dirty="0"/>
        </a:p>
      </dsp:txBody>
      <dsp:txXfrm>
        <a:off x="3508388" y="1969028"/>
        <a:ext cx="1209065" cy="58629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0EBDC4-587E-4F23-912E-B2CA64C66F24}">
      <dsp:nvSpPr>
        <dsp:cNvPr id="0" name=""/>
        <dsp:cNvSpPr/>
      </dsp:nvSpPr>
      <dsp:spPr>
        <a:xfrm>
          <a:off x="1033" y="1094404"/>
          <a:ext cx="1127670" cy="5638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s-ES_tradnl" sz="1900" kern="1200" dirty="0" err="1"/>
            <a:t>Problem</a:t>
          </a:r>
          <a:endParaRPr lang="en-ES" sz="1900" kern="1200" dirty="0"/>
        </a:p>
      </dsp:txBody>
      <dsp:txXfrm>
        <a:off x="17547" y="1110918"/>
        <a:ext cx="1094642" cy="530807"/>
      </dsp:txXfrm>
    </dsp:sp>
    <dsp:sp modelId="{C5E5A7EA-4B82-4396-A384-4FF3878CE206}">
      <dsp:nvSpPr>
        <dsp:cNvPr id="0" name=""/>
        <dsp:cNvSpPr/>
      </dsp:nvSpPr>
      <dsp:spPr>
        <a:xfrm>
          <a:off x="1128703" y="1357886"/>
          <a:ext cx="451068" cy="36870"/>
        </a:xfrm>
        <a:custGeom>
          <a:avLst/>
          <a:gdLst/>
          <a:ahLst/>
          <a:cxnLst/>
          <a:rect l="0" t="0" r="0" b="0"/>
          <a:pathLst>
            <a:path>
              <a:moveTo>
                <a:pt x="0" y="18435"/>
              </a:moveTo>
              <a:lnTo>
                <a:pt x="451068" y="1843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ES" sz="500" kern="1200"/>
        </a:p>
      </dsp:txBody>
      <dsp:txXfrm>
        <a:off x="1342961" y="1365045"/>
        <a:ext cx="22553" cy="22553"/>
      </dsp:txXfrm>
    </dsp:sp>
    <dsp:sp modelId="{0853D4F7-6D0D-4950-9252-E7032493E707}">
      <dsp:nvSpPr>
        <dsp:cNvPr id="0" name=""/>
        <dsp:cNvSpPr/>
      </dsp:nvSpPr>
      <dsp:spPr>
        <a:xfrm>
          <a:off x="1579772" y="1094404"/>
          <a:ext cx="1127670" cy="563835"/>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s-ES_tradnl" sz="1900" kern="1200" dirty="0" err="1"/>
            <a:t>Processor</a:t>
          </a:r>
          <a:endParaRPr lang="en-ES" sz="1900" kern="1200" dirty="0"/>
        </a:p>
      </dsp:txBody>
      <dsp:txXfrm>
        <a:off x="1596286" y="1110918"/>
        <a:ext cx="1094642" cy="530807"/>
      </dsp:txXfrm>
    </dsp:sp>
  </dsp:spTree>
</dsp:drawing>
</file>

<file path=ppt/diagrams/layout1.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FD2BC8-7B35-634B-98CE-6FA0716BB620}" type="datetimeFigureOut">
              <a:rPr lang="es-ES" smtClean="0"/>
              <a:t>17/09/2024</a:t>
            </a:fld>
            <a:endParaRPr lang="es-ES"/>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C8FD0C-9B30-9D48-B99E-72576BCB1E71}" type="slidenum">
              <a:rPr lang="es-ES" smtClean="0"/>
              <a:t>‹#›</a:t>
            </a:fld>
            <a:endParaRPr lang="es-ES"/>
          </a:p>
        </p:txBody>
      </p:sp>
    </p:spTree>
    <p:extLst>
      <p:ext uri="{BB962C8B-B14F-4D97-AF65-F5344CB8AC3E}">
        <p14:creationId xmlns:p14="http://schemas.microsoft.com/office/powerpoint/2010/main" val="1945376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Buenos días, me llamo Raquel Roca Pereira y hoy os vengo a presentar mi TFG titulado: </a:t>
            </a:r>
            <a:r>
              <a:rPr lang="es-ES" sz="1200" dirty="0"/>
              <a:t>DESARROLLO DE MODELOS DE LA PROGRESIÓN DEL DECLIVE COGNITIVO EN PACIENTES CON LA ENFERMEDAD DEL PARKINSON MEDIANTE LEASPY</a:t>
            </a:r>
          </a:p>
          <a:p>
            <a:endParaRPr lang="es-ES" dirty="0"/>
          </a:p>
        </p:txBody>
      </p:sp>
      <p:sp>
        <p:nvSpPr>
          <p:cNvPr id="4" name="Marcador de número de diapositiva 3"/>
          <p:cNvSpPr>
            <a:spLocks noGrp="1"/>
          </p:cNvSpPr>
          <p:nvPr>
            <p:ph type="sldNum" sz="quarter" idx="5"/>
          </p:nvPr>
        </p:nvSpPr>
        <p:spPr/>
        <p:txBody>
          <a:bodyPr/>
          <a:lstStyle/>
          <a:p>
            <a:fld id="{68C8FD0C-9B30-9D48-B99E-72576BCB1E71}" type="slidenum">
              <a:rPr lang="es-ES" smtClean="0"/>
              <a:t>0</a:t>
            </a:fld>
            <a:endParaRPr lang="es-ES"/>
          </a:p>
        </p:txBody>
      </p:sp>
    </p:spTree>
    <p:extLst>
      <p:ext uri="{BB962C8B-B14F-4D97-AF65-F5344CB8AC3E}">
        <p14:creationId xmlns:p14="http://schemas.microsoft.com/office/powerpoint/2010/main" val="33677475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Esta presentación se estructurará de la siguiente forma: Primero haré una breve introducción, luego listaré las herramientas utilizadas en este proyecto, en tercer lugar, explicaré los métodos desarrollados para luego mostrar los resultados obtenidos discutiendo su precisión y exactitud. Por último, hablaré de cuáles son los siguientes pasos a seguir en este proyecto.</a:t>
            </a:r>
          </a:p>
        </p:txBody>
      </p:sp>
      <p:sp>
        <p:nvSpPr>
          <p:cNvPr id="4" name="Marcador de número de diapositiva 3"/>
          <p:cNvSpPr>
            <a:spLocks noGrp="1"/>
          </p:cNvSpPr>
          <p:nvPr>
            <p:ph type="sldNum" sz="quarter" idx="5"/>
          </p:nvPr>
        </p:nvSpPr>
        <p:spPr/>
        <p:txBody>
          <a:bodyPr/>
          <a:lstStyle/>
          <a:p>
            <a:fld id="{68C8FD0C-9B30-9D48-B99E-72576BCB1E71}" type="slidenum">
              <a:rPr lang="es-ES" smtClean="0"/>
              <a:t>1</a:t>
            </a:fld>
            <a:endParaRPr lang="es-ES"/>
          </a:p>
        </p:txBody>
      </p:sp>
    </p:spTree>
    <p:extLst>
      <p:ext uri="{BB962C8B-B14F-4D97-AF65-F5344CB8AC3E}">
        <p14:creationId xmlns:p14="http://schemas.microsoft.com/office/powerpoint/2010/main" val="3175104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Hoy en día las enfermedades neurodegenerativas como el Parkinson o el Alzheimer representan un desafío significativo en el campo de la medicina debido a la complejidad que conlleva su progresión. Entre las distintas causas asociadas a la enfermedad del Parkinson, destaca la disminución  en los niveles de dopamina debido al deterioro de las neuronas dopaminérgicas en la sustancia negra como se puede ver en la imagen de la izquierda. Esto conlleva la aparición de problemas de coordinación y movimiento y al desarrollo del declive cognitivo que en algunos casos, acaba convirtiéndose en Demencia. Entre los distintos tratamientos desarrollados, la levodopa es uno de los más eficaces, incrementando la síntesis de la dopamina. Aun así, de momento no existe ningún fármaco que detenga la progresión de estas enfermedades. Por ello, es crucial comprender lo mejor posible la progresión de estas enfermedades y ser capaces de estimar la aparición del declive cognitivo.</a:t>
            </a:r>
          </a:p>
        </p:txBody>
      </p:sp>
      <p:sp>
        <p:nvSpPr>
          <p:cNvPr id="4" name="Marcador de número de diapositiva 3"/>
          <p:cNvSpPr>
            <a:spLocks noGrp="1"/>
          </p:cNvSpPr>
          <p:nvPr>
            <p:ph type="sldNum" sz="quarter" idx="5"/>
          </p:nvPr>
        </p:nvSpPr>
        <p:spPr/>
        <p:txBody>
          <a:bodyPr/>
          <a:lstStyle/>
          <a:p>
            <a:fld id="{68C8FD0C-9B30-9D48-B99E-72576BCB1E71}" type="slidenum">
              <a:rPr lang="es-ES" smtClean="0"/>
              <a:t>2</a:t>
            </a:fld>
            <a:endParaRPr lang="es-ES"/>
          </a:p>
        </p:txBody>
      </p:sp>
    </p:spTree>
    <p:extLst>
      <p:ext uri="{BB962C8B-B14F-4D97-AF65-F5344CB8AC3E}">
        <p14:creationId xmlns:p14="http://schemas.microsoft.com/office/powerpoint/2010/main" val="4088164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En esta gráfica se observa el incremento de casos de </a:t>
            </a:r>
            <a:r>
              <a:rPr lang="es-ES" dirty="0" err="1"/>
              <a:t>Parkisnon</a:t>
            </a:r>
            <a:r>
              <a:rPr lang="es-ES" dirty="0"/>
              <a:t> en España entre el año 2011 y 2022, los cuales se han cuadruplicado en los últimos diez años. Entre los diversos factores, esto es debido al envejecimiento de la población que sigue en aumento en la actualidad. Esto resalta la importancia de investigar y mejorar la detección y tratamientos para las enfermedades neurodegenerativas.</a:t>
            </a:r>
          </a:p>
          <a:p>
            <a:endParaRPr lang="es-ES" dirty="0"/>
          </a:p>
          <a:p>
            <a:r>
              <a:rPr lang="es-ES" dirty="0"/>
              <a:t>Este estudio se centra en la predicción del declive cognitivo en pacientes en distintas etapas de la enfermedad del Parkinson. Además, se analiza la precisión con distintos conjuntos de biomarcadores medidos para la cohorte utilizada.</a:t>
            </a:r>
          </a:p>
        </p:txBody>
      </p:sp>
      <p:sp>
        <p:nvSpPr>
          <p:cNvPr id="4" name="Marcador de número de diapositiva 3"/>
          <p:cNvSpPr>
            <a:spLocks noGrp="1"/>
          </p:cNvSpPr>
          <p:nvPr>
            <p:ph type="sldNum" sz="quarter" idx="5"/>
          </p:nvPr>
        </p:nvSpPr>
        <p:spPr/>
        <p:txBody>
          <a:bodyPr/>
          <a:lstStyle/>
          <a:p>
            <a:fld id="{68C8FD0C-9B30-9D48-B99E-72576BCB1E71}" type="slidenum">
              <a:rPr lang="es-ES" smtClean="0"/>
              <a:t>3</a:t>
            </a:fld>
            <a:endParaRPr lang="es-ES"/>
          </a:p>
        </p:txBody>
      </p:sp>
    </p:spTree>
    <p:extLst>
      <p:ext uri="{BB962C8B-B14F-4D97-AF65-F5344CB8AC3E}">
        <p14:creationId xmlns:p14="http://schemas.microsoft.com/office/powerpoint/2010/main" val="12827384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Para el desarrollo de este trabajo se utilizaron las herramientas que veis en pantalla. La </a:t>
            </a:r>
            <a:r>
              <a:rPr lang="es-ES" dirty="0" err="1"/>
              <a:t>Parkinson’s</a:t>
            </a:r>
            <a:r>
              <a:rPr lang="es-ES" dirty="0"/>
              <a:t> </a:t>
            </a:r>
            <a:r>
              <a:rPr lang="es-ES" dirty="0" err="1"/>
              <a:t>Progression</a:t>
            </a:r>
            <a:r>
              <a:rPr lang="es-ES" dirty="0"/>
              <a:t> </a:t>
            </a:r>
            <a:r>
              <a:rPr lang="es-ES" dirty="0" err="1"/>
              <a:t>Markers</a:t>
            </a:r>
            <a:r>
              <a:rPr lang="es-ES" dirty="0"/>
              <a:t> </a:t>
            </a:r>
            <a:r>
              <a:rPr lang="es-ES" dirty="0" err="1"/>
              <a:t>Initiative</a:t>
            </a:r>
            <a:r>
              <a:rPr lang="es-ES" dirty="0"/>
              <a:t> es una iniciativa que recoge las observaciones de distintos biomarcadores cruciales en la investigación del Parkinson en un grupo de pacientes. Es la fuente de donde se ha obtenido la cohorte en la que se basa este el estudio. </a:t>
            </a:r>
          </a:p>
          <a:p>
            <a:r>
              <a:rPr lang="es-ES" dirty="0"/>
              <a:t>Además, para el algoritmo desarrollado en Python se utilizó la herramienta llamada SPYDER junto con el entorno </a:t>
            </a:r>
            <a:r>
              <a:rPr lang="es-ES" dirty="0" err="1"/>
              <a:t>Leaspy</a:t>
            </a:r>
            <a:r>
              <a:rPr lang="es-ES" dirty="0"/>
              <a:t>. Este último es un entorno de inteligencia artificial desarrollado para el análisis longitudinal de enfermedades neurodegenerativas y que utiliza modelos estadísticos bayesianos de efectos mixtos. </a:t>
            </a:r>
          </a:p>
          <a:p>
            <a:r>
              <a:rPr lang="es-ES" dirty="0"/>
              <a:t>Para la </a:t>
            </a:r>
            <a:r>
              <a:rPr lang="es-ES" dirty="0" err="1"/>
              <a:t>paralelizacion</a:t>
            </a:r>
            <a:r>
              <a:rPr lang="es-ES" dirty="0"/>
              <a:t> se utilizaron los softwares que se observan en la parte </a:t>
            </a:r>
            <a:r>
              <a:rPr lang="es-ES" dirty="0" err="1"/>
              <a:t>inferios</a:t>
            </a:r>
            <a:r>
              <a:rPr lang="es-ES" dirty="0"/>
              <a:t> junto con las máquinas de supercomputación Curie y </a:t>
            </a:r>
            <a:r>
              <a:rPr lang="es-ES" dirty="0" err="1"/>
              <a:t>Magerit</a:t>
            </a:r>
            <a:r>
              <a:rPr lang="es-ES" dirty="0"/>
              <a:t> , esta última facilitada por el CESVIMA.</a:t>
            </a:r>
          </a:p>
        </p:txBody>
      </p:sp>
      <p:sp>
        <p:nvSpPr>
          <p:cNvPr id="4" name="Marcador de número de diapositiva 3"/>
          <p:cNvSpPr>
            <a:spLocks noGrp="1"/>
          </p:cNvSpPr>
          <p:nvPr>
            <p:ph type="sldNum" sz="quarter" idx="5"/>
          </p:nvPr>
        </p:nvSpPr>
        <p:spPr/>
        <p:txBody>
          <a:bodyPr/>
          <a:lstStyle/>
          <a:p>
            <a:fld id="{68C8FD0C-9B30-9D48-B99E-72576BCB1E71}" type="slidenum">
              <a:rPr lang="es-ES" smtClean="0"/>
              <a:t>4</a:t>
            </a:fld>
            <a:endParaRPr lang="es-ES"/>
          </a:p>
        </p:txBody>
      </p:sp>
    </p:spTree>
    <p:extLst>
      <p:ext uri="{BB962C8B-B14F-4D97-AF65-F5344CB8AC3E}">
        <p14:creationId xmlns:p14="http://schemas.microsoft.com/office/powerpoint/2010/main" val="12812945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Tx/>
              <a:buNone/>
            </a:pPr>
            <a:r>
              <a:rPr lang="es-ES" dirty="0"/>
              <a:t>RESUMIR</a:t>
            </a:r>
          </a:p>
          <a:p>
            <a:pPr marL="0" indent="0">
              <a:buFontTx/>
              <a:buNone/>
            </a:pPr>
            <a:r>
              <a:rPr lang="es-ES" dirty="0"/>
              <a:t>SIMPLIFICAR TODOS LOS METODOS</a:t>
            </a:r>
          </a:p>
          <a:p>
            <a:pPr marL="0" indent="0">
              <a:buFontTx/>
              <a:buNone/>
            </a:pPr>
            <a:endParaRPr lang="es-ES" dirty="0"/>
          </a:p>
          <a:p>
            <a:pPr marL="0" indent="0">
              <a:buFontTx/>
              <a:buNone/>
            </a:pPr>
            <a:endParaRPr lang="es-ES" dirty="0"/>
          </a:p>
          <a:p>
            <a:pPr marL="0" indent="0">
              <a:buFontTx/>
              <a:buNone/>
            </a:pPr>
            <a:r>
              <a:rPr lang="es-ES" dirty="0"/>
              <a:t>En cuanto a los métodos desarrollados, en primer lugar, se analizó la influencia de distintos marcadores al inicio del estudio en la aparición del deterioro cognitivo.</a:t>
            </a:r>
          </a:p>
          <a:p>
            <a:pPr marL="171450" indent="-171450">
              <a:buFontTx/>
              <a:buChar char="-"/>
            </a:pPr>
            <a:r>
              <a:rPr lang="es-ES" dirty="0"/>
              <a:t>Para ello, se tomaron los valores de los biomarcadores al inicio del estudio para los distintos grupos. Por un lado, se compararon las medidas entre el grupo de control (HC) formado por 196 pacientes  y los 423 diagnosticados con Parkinson (PD). Por otro lado, se hizo la misma comparación entre los tres subgrupos en los que se dividen los individuos con la enfermedad: el grupo PD-CU formado por los que no presentan deterioro cognitivo, en PD-MCI están los que tiene un declive cognitivo leve y por ultimo los que tiene un diagnóstico de demencia entran dentro del grupo PDD. De los 423 pacientes con Parkinson, 323 pertenecen al primer grupo, 83 al segundo y 17 al tercero. Para estimar la influencia de las variables observadas en la aparición del deterioro cognitivo, se calculó la media, la desviación estándar y los valores mínimos y máximos de cada una.</a:t>
            </a:r>
          </a:p>
          <a:p>
            <a:pPr marL="171450" indent="-171450">
              <a:buFontTx/>
              <a:buChar char="-"/>
            </a:pPr>
            <a:endParaRPr lang="es-ES" dirty="0"/>
          </a:p>
          <a:p>
            <a:pPr marL="171450" indent="-171450">
              <a:buFontTx/>
              <a:buChar char="-"/>
            </a:pPr>
            <a:r>
              <a:rPr lang="es-ES" dirty="0"/>
              <a:t>Luego, en función del tipo de variable, el p-valor y el Post-Hoc se calculan con el método del chi-cuadrado o con el análisis de varianza (ANOVA):</a:t>
            </a:r>
          </a:p>
          <a:p>
            <a:pPr marL="628650" lvl="1" indent="-171450">
              <a:buFontTx/>
              <a:buChar char="-"/>
            </a:pPr>
            <a:r>
              <a:rPr lang="es-ES" dirty="0"/>
              <a:t>Chi-cuadrado: evalúa la relación entre las variables categóricas y la presencia o ausencia de declive cognitivo. (genero, APOE4…). Se realiza una tabla de contingencia para las variables</a:t>
            </a:r>
          </a:p>
          <a:p>
            <a:pPr marL="628650" lvl="1" indent="-171450">
              <a:buFontTx/>
              <a:buChar char="-"/>
            </a:pPr>
            <a:r>
              <a:rPr lang="es-ES" dirty="0"/>
              <a:t>ANOVA: evalúa las diferencias entre las variables numéricas de los distintos grupos.</a:t>
            </a:r>
          </a:p>
          <a:p>
            <a:pPr marL="0" lvl="0" indent="0">
              <a:buFontTx/>
              <a:buNone/>
            </a:pPr>
            <a:endParaRPr lang="es-ES" dirty="0"/>
          </a:p>
          <a:p>
            <a:pPr marL="0" lvl="0" indent="0">
              <a:buFontTx/>
              <a:buNone/>
            </a:pPr>
            <a:r>
              <a:rPr lang="es-ES" dirty="0"/>
              <a:t>Tras realizar las pruebas anteriores, el p-valor indica si existe una asociación significativa entre cada variable y el deterioro cognitivo.</a:t>
            </a:r>
          </a:p>
          <a:p>
            <a:pPr marL="0" lvl="0" indent="0">
              <a:buFontTx/>
              <a:buNone/>
            </a:pPr>
            <a:r>
              <a:rPr lang="es-ES" dirty="0"/>
              <a:t>Si el p-valor está por debajo de 0.01 significa que existe relevancia estadística para ese marcador.</a:t>
            </a:r>
          </a:p>
          <a:p>
            <a:pPr marL="0" lvl="0" indent="0">
              <a:buFontTx/>
              <a:buNone/>
            </a:pPr>
            <a:r>
              <a:rPr lang="es-ES" dirty="0"/>
              <a:t>Luego se calcula el </a:t>
            </a:r>
            <a:r>
              <a:rPr lang="es-ES" dirty="0" err="1"/>
              <a:t>post-hoc</a:t>
            </a:r>
            <a:r>
              <a:rPr lang="es-ES" dirty="0"/>
              <a:t> para marcar las diferencias significativas entre grupos.</a:t>
            </a:r>
          </a:p>
          <a:p>
            <a:pPr marL="457200" lvl="1" indent="0">
              <a:buFontTx/>
              <a:buNone/>
            </a:pPr>
            <a:endParaRPr lang="es-ES" dirty="0"/>
          </a:p>
          <a:p>
            <a:pPr marL="457200" lvl="1" indent="0">
              <a:buFontTx/>
              <a:buNone/>
            </a:pPr>
            <a:endParaRPr lang="es-ES" dirty="0"/>
          </a:p>
          <a:p>
            <a:pPr marL="457200" lvl="1" indent="0">
              <a:buFontTx/>
              <a:buNone/>
            </a:pPr>
            <a:endParaRPr lang="es-ES" dirty="0"/>
          </a:p>
          <a:p>
            <a:pPr marL="457200" lvl="1" indent="0">
              <a:buFontTx/>
              <a:buNone/>
            </a:pPr>
            <a:endParaRPr lang="es-ES" dirty="0"/>
          </a:p>
          <a:p>
            <a:pPr marL="628650" lvl="1" indent="-171450">
              <a:buFontTx/>
              <a:buChar char="-"/>
            </a:pPr>
            <a:endParaRPr lang="es-ES" dirty="0"/>
          </a:p>
          <a:p>
            <a:pPr marL="628650" lvl="1" indent="-171450">
              <a:buFontTx/>
              <a:buChar char="-"/>
            </a:pPr>
            <a:endParaRPr lang="es-ES" dirty="0"/>
          </a:p>
          <a:p>
            <a:pPr marL="171450" indent="-171450">
              <a:buFontTx/>
              <a:buChar char="-"/>
            </a:pPr>
            <a:endParaRPr lang="es-ES" dirty="0"/>
          </a:p>
        </p:txBody>
      </p:sp>
      <p:sp>
        <p:nvSpPr>
          <p:cNvPr id="4" name="Marcador de número de diapositiva 3"/>
          <p:cNvSpPr>
            <a:spLocks noGrp="1"/>
          </p:cNvSpPr>
          <p:nvPr>
            <p:ph type="sldNum" sz="quarter" idx="5"/>
          </p:nvPr>
        </p:nvSpPr>
        <p:spPr/>
        <p:txBody>
          <a:bodyPr/>
          <a:lstStyle/>
          <a:p>
            <a:fld id="{68C8FD0C-9B30-9D48-B99E-72576BCB1E71}" type="slidenum">
              <a:rPr lang="es-ES" smtClean="0"/>
              <a:t>5</a:t>
            </a:fld>
            <a:endParaRPr lang="es-ES"/>
          </a:p>
        </p:txBody>
      </p:sp>
    </p:spTree>
    <p:extLst>
      <p:ext uri="{BB962C8B-B14F-4D97-AF65-F5344CB8AC3E}">
        <p14:creationId xmlns:p14="http://schemas.microsoft.com/office/powerpoint/2010/main" val="36003894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lvl="0" indent="0">
              <a:buFontTx/>
              <a:buNone/>
            </a:pPr>
            <a:r>
              <a:rPr lang="es-ES" dirty="0"/>
              <a:t>RESUMIR</a:t>
            </a:r>
          </a:p>
          <a:p>
            <a:pPr marL="0" lvl="0" indent="0">
              <a:buFontTx/>
              <a:buNone/>
            </a:pPr>
            <a:endParaRPr lang="es-ES" dirty="0"/>
          </a:p>
          <a:p>
            <a:pPr marL="0" lvl="0" indent="0">
              <a:buFontTx/>
              <a:buNone/>
            </a:pPr>
            <a:r>
              <a:rPr lang="es-ES" dirty="0"/>
              <a:t>El siguiente paso consistió en estimar los distintos modelos de progresión de la enfermedad, también llamados </a:t>
            </a:r>
            <a:r>
              <a:rPr lang="es-ES" dirty="0" err="1"/>
              <a:t>DPMs</a:t>
            </a:r>
            <a:r>
              <a:rPr lang="es-ES" dirty="0"/>
              <a:t>. Primero hubo que adaptar los datos que forman nuestra cohorte para poder trabajar con ellos. Esto consistió principalmente en cuatro etapas. </a:t>
            </a:r>
          </a:p>
          <a:p>
            <a:pPr marL="171450" indent="-171450">
              <a:buFontTx/>
              <a:buChar char="-"/>
            </a:pPr>
            <a:r>
              <a:rPr lang="es-ES" dirty="0"/>
              <a:t>En primer lugar, se eliminaron los valores </a:t>
            </a:r>
            <a:r>
              <a:rPr lang="es-ES" dirty="0" err="1"/>
              <a:t>Nan</a:t>
            </a:r>
            <a:r>
              <a:rPr lang="es-ES" dirty="0"/>
              <a:t> en algunas de las observaciones causados por la ausencia de los pacientes en algunas de las visitas de su seguimiento. Este paso es muy importante ya que sino, se pueden dar errores a la hora de realizar ciertos cálculos más adelante.</a:t>
            </a:r>
          </a:p>
          <a:p>
            <a:pPr marL="171450" indent="-171450">
              <a:buFontTx/>
              <a:buChar char="-"/>
            </a:pPr>
            <a:r>
              <a:rPr lang="es-ES" dirty="0"/>
              <a:t>Después se realizó la normalización de los biomarcadores del estudio. Esto consiste en pasar todas las medidas a una misma escala en un intervalo entre 0 y 1. Los valores cercanos a 0 indican normalidad, mientras que a medida que aumentan y se acercan a 1 representan la aparición del deterioro cognitivo. Este paso permite trabajar con el conjunto de variables y obtener trayectorias globales. (VARS. CRECIENTES Y DECRECIENTES)</a:t>
            </a:r>
          </a:p>
          <a:p>
            <a:pPr marL="171450" indent="-171450">
              <a:buFontTx/>
              <a:buChar char="-"/>
            </a:pPr>
            <a:r>
              <a:rPr lang="es-ES" dirty="0"/>
              <a:t>Para entrenar y luego comprobar la precisión de los modelos generados, los pacientes se dividieron en dos grupos: un 70% son parte de la categoría de entrenamiento y el 30% restante están en el grupo de test.</a:t>
            </a:r>
          </a:p>
          <a:p>
            <a:pPr marL="171450" indent="-171450">
              <a:buFontTx/>
              <a:buChar char="-"/>
            </a:pPr>
            <a:r>
              <a:rPr lang="es-ES" dirty="0"/>
              <a:t>Por último, se obtuvo el diagnóstico de la primera y de la última visita para cada individuo en función de variables como </a:t>
            </a:r>
            <a:r>
              <a:rPr lang="es-ES" dirty="0" err="1"/>
              <a:t>cogstate</a:t>
            </a:r>
            <a:r>
              <a:rPr lang="es-ES" dirty="0"/>
              <a:t>. Con esto se observaron los pacientes que entraron en declive cognitivo durante el estudio. (ELIMINAR MCI-CN) </a:t>
            </a:r>
          </a:p>
          <a:p>
            <a:pPr marL="171450" indent="-171450">
              <a:buFontTx/>
              <a:buChar char="-"/>
            </a:pPr>
            <a:endParaRPr lang="es-ES" dirty="0"/>
          </a:p>
          <a:p>
            <a:pPr marL="0" indent="0">
              <a:buFontTx/>
              <a:buNone/>
            </a:pPr>
            <a:r>
              <a:rPr lang="es-ES" dirty="0"/>
              <a:t>Una vez hecho esto, se procedió a estimar los modelos de progresión de la enfermedad. Este proceso se realiza para cada uno de los conjuntos de variables definidos para luego compararlos y determinar la agrupación más precisa y que mejores resultados genere. Cada uno de los modelos pasa por tres etapas fundamentales:</a:t>
            </a:r>
          </a:p>
          <a:p>
            <a:pPr marL="171450" indent="-171450">
              <a:buFontTx/>
              <a:buChar char="-"/>
            </a:pPr>
            <a:r>
              <a:rPr lang="es-ES" dirty="0"/>
              <a:t>Primero se realiza la CALIBRACIÓN con el conjunto de pacientes de entrenamiento. Esto consiste en estimar los parámetros que definen la trayectoria grupal media a largo plazo. </a:t>
            </a:r>
          </a:p>
          <a:p>
            <a:pPr marL="171450" indent="-171450">
              <a:buFontTx/>
              <a:buChar char="-"/>
            </a:pPr>
            <a:r>
              <a:rPr lang="es-ES" dirty="0"/>
              <a:t>Después se lleva a cabo la PERSONALIZACION que consiste en obtener los parámetros característicos de cada individuo a partir de la trayectoria grupal para luego poder predecir la curva short-</a:t>
            </a:r>
            <a:r>
              <a:rPr lang="es-ES" dirty="0" err="1"/>
              <a:t>term</a:t>
            </a:r>
            <a:r>
              <a:rPr lang="es-ES" dirty="0"/>
              <a:t> de cada sujeto.</a:t>
            </a:r>
          </a:p>
          <a:p>
            <a:pPr marL="0" indent="0">
              <a:buFontTx/>
              <a:buNone/>
            </a:pPr>
            <a:endParaRPr lang="es-ES" dirty="0"/>
          </a:p>
          <a:p>
            <a:pPr marL="0" indent="0">
              <a:buFontTx/>
              <a:buNone/>
            </a:pPr>
            <a:r>
              <a:rPr lang="es-ES" dirty="0"/>
              <a:t>Por último, se calculan las prestaciones de los </a:t>
            </a:r>
            <a:r>
              <a:rPr lang="es-ES" dirty="0" err="1"/>
              <a:t>DPMs</a:t>
            </a:r>
            <a:r>
              <a:rPr lang="es-ES" dirty="0"/>
              <a:t> que permiten comparar los distintos modelos generados y determinar cuál de resultados más precisos.</a:t>
            </a:r>
          </a:p>
          <a:p>
            <a:pPr marL="171450" indent="-171450">
              <a:buFontTx/>
              <a:buChar char="-"/>
            </a:pPr>
            <a:endParaRPr lang="es-ES" dirty="0"/>
          </a:p>
        </p:txBody>
      </p:sp>
      <p:sp>
        <p:nvSpPr>
          <p:cNvPr id="4" name="Marcador de número de diapositiva 3"/>
          <p:cNvSpPr>
            <a:spLocks noGrp="1"/>
          </p:cNvSpPr>
          <p:nvPr>
            <p:ph type="sldNum" sz="quarter" idx="5"/>
          </p:nvPr>
        </p:nvSpPr>
        <p:spPr/>
        <p:txBody>
          <a:bodyPr/>
          <a:lstStyle/>
          <a:p>
            <a:fld id="{68C8FD0C-9B30-9D48-B99E-72576BCB1E71}" type="slidenum">
              <a:rPr lang="es-ES" smtClean="0"/>
              <a:t>6</a:t>
            </a:fld>
            <a:endParaRPr lang="es-ES"/>
          </a:p>
        </p:txBody>
      </p:sp>
    </p:spTree>
    <p:extLst>
      <p:ext uri="{BB962C8B-B14F-4D97-AF65-F5344CB8AC3E}">
        <p14:creationId xmlns:p14="http://schemas.microsoft.com/office/powerpoint/2010/main" val="15179987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A891A-40B4-A923-4C97-5023B6A9396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3B0AAF-4AD4-7EA4-1846-949AD6BFAFD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65859A5-0554-FEE7-5662-002FE41B528E}"/>
              </a:ext>
            </a:extLst>
          </p:cNvPr>
          <p:cNvSpPr>
            <a:spLocks noGrp="1"/>
          </p:cNvSpPr>
          <p:nvPr>
            <p:ph type="body" idx="1"/>
          </p:nvPr>
        </p:nvSpPr>
        <p:spPr/>
        <p:txBody>
          <a:bodyPr/>
          <a:lstStyle/>
          <a:p>
            <a:pPr marL="0" lvl="0" indent="0">
              <a:buFontTx/>
              <a:buNone/>
            </a:pPr>
            <a:r>
              <a:rPr lang="es-ES" dirty="0"/>
              <a:t>En esta diapositiva se observan lo parámetros que definen la curva a largo plazo obtenida en la CALIBRACIÓN. Se obtiene una trayectoria para cada variable del modelo a partir de las observaciones tomadas para cada uno de los pacientes de entrenamiento. </a:t>
            </a:r>
          </a:p>
          <a:p>
            <a:pPr marL="0" lvl="0" indent="0">
              <a:buFontTx/>
              <a:buNone/>
            </a:pPr>
            <a:r>
              <a:rPr lang="es-ES" dirty="0"/>
              <a:t>En este caso como se puede ver se representan dos biomarcadores distintos uno en cada color. Las líneas punteadas son las observaciones de pacientes distintos y con estas se estima la trayectoria individual que se ve en una línea continua más final y que calibrando se obtiene la curva representada con una línea más ancha representativa del conjunto de pacientes. Esta curva esta caracterizada por los tres parámetros que se ven en la tabla de la izquierda. Es decir, siendo el eje x la edad de los individuos y el eje y la escala normalizada de los marcadores, las curvas se obtienen en función de los valores normalizados </a:t>
            </a:r>
            <a:r>
              <a:rPr lang="es-ES" dirty="0" err="1"/>
              <a:t>pk</a:t>
            </a:r>
            <a:r>
              <a:rPr lang="es-ES" dirty="0"/>
              <a:t> en función de la edad de las observaciones y la velocidad en la que incrementan las medidas tomadas.</a:t>
            </a:r>
          </a:p>
          <a:p>
            <a:pPr marL="457200" lvl="1" indent="0">
              <a:buFontTx/>
              <a:buNone/>
            </a:pPr>
            <a:endParaRPr lang="es-ES" dirty="0"/>
          </a:p>
          <a:p>
            <a:pPr marL="628650" lvl="1" indent="-171450">
              <a:buFontTx/>
              <a:buChar char="-"/>
            </a:pPr>
            <a:endParaRPr lang="es-ES" dirty="0"/>
          </a:p>
          <a:p>
            <a:pPr marL="628650" lvl="1" indent="-171450">
              <a:buFontTx/>
              <a:buChar char="-"/>
            </a:pPr>
            <a:endParaRPr lang="es-ES" dirty="0"/>
          </a:p>
          <a:p>
            <a:pPr marL="171450" indent="-171450">
              <a:buFontTx/>
              <a:buChar char="-"/>
            </a:pPr>
            <a:endParaRPr lang="es-ES" dirty="0"/>
          </a:p>
        </p:txBody>
      </p:sp>
      <p:sp>
        <p:nvSpPr>
          <p:cNvPr id="4" name="Marcador de número de diapositiva 3">
            <a:extLst>
              <a:ext uri="{FF2B5EF4-FFF2-40B4-BE49-F238E27FC236}">
                <a16:creationId xmlns:a16="http://schemas.microsoft.com/office/drawing/2014/main" id="{75DBBF33-B12A-55F9-4982-86DA787B178F}"/>
              </a:ext>
            </a:extLst>
          </p:cNvPr>
          <p:cNvSpPr>
            <a:spLocks noGrp="1"/>
          </p:cNvSpPr>
          <p:nvPr>
            <p:ph type="sldNum" sz="quarter" idx="5"/>
          </p:nvPr>
        </p:nvSpPr>
        <p:spPr/>
        <p:txBody>
          <a:bodyPr/>
          <a:lstStyle/>
          <a:p>
            <a:fld id="{68C8FD0C-9B30-9D48-B99E-72576BCB1E71}" type="slidenum">
              <a:rPr lang="es-ES" smtClean="0"/>
              <a:t>7</a:t>
            </a:fld>
            <a:endParaRPr lang="es-ES"/>
          </a:p>
        </p:txBody>
      </p:sp>
    </p:spTree>
    <p:extLst>
      <p:ext uri="{BB962C8B-B14F-4D97-AF65-F5344CB8AC3E}">
        <p14:creationId xmlns:p14="http://schemas.microsoft.com/office/powerpoint/2010/main" val="16980383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C0C0B-BCF8-9377-D36A-7ED25EEF32D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B47F9F1-86A4-C59E-FF4C-A6260327CE1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CAADE96-5560-3B79-B24B-5DB007DB00C8}"/>
              </a:ext>
            </a:extLst>
          </p:cNvPr>
          <p:cNvSpPr>
            <a:spLocks noGrp="1"/>
          </p:cNvSpPr>
          <p:nvPr>
            <p:ph type="body" idx="1"/>
          </p:nvPr>
        </p:nvSpPr>
        <p:spPr/>
        <p:txBody>
          <a:bodyPr/>
          <a:lstStyle/>
          <a:p>
            <a:pPr marL="0" lvl="0" indent="0">
              <a:buFontTx/>
              <a:buNone/>
            </a:pPr>
            <a:r>
              <a:rPr lang="es-ES" dirty="0"/>
              <a:t>Por otro lado, la trayectoria a corto plazo se obtiene como resultado de la PERSONALIZACION de la curva general obtenida a un nuevo individuo y la posterior PREDICCION con los parámetros individuales estimados. Estos último se pueden ver en la tabla azul e indican las modificaciones que habría que hacer en la curva a largo plazo para obtener la trayectoria short-</a:t>
            </a:r>
            <a:r>
              <a:rPr lang="es-ES" dirty="0" err="1"/>
              <a:t>term</a:t>
            </a:r>
            <a:r>
              <a:rPr lang="es-ES" dirty="0"/>
              <a:t>. Primero vemos el parámetro tao que representa la reserva cognitiva en años. Es decir, el tiempo hasta que el sujeto alcance el deterioro cognitivo. El siguiente factor relevante es el factor de aceleración que indica si la enfermedad en el paciente evoluciona más o menos rápido que la media. Y por último se encuentra el espacio entre marcadores que indica el desplazamiento de la curva logística.</a:t>
            </a:r>
          </a:p>
          <a:p>
            <a:pPr marL="457200" lvl="1" indent="0">
              <a:buFontTx/>
              <a:buNone/>
            </a:pPr>
            <a:endParaRPr lang="es-ES" dirty="0"/>
          </a:p>
          <a:p>
            <a:pPr marL="628650" lvl="1" indent="-171450">
              <a:buFontTx/>
              <a:buChar char="-"/>
            </a:pPr>
            <a:endParaRPr lang="es-ES" dirty="0"/>
          </a:p>
          <a:p>
            <a:pPr marL="628650" lvl="1" indent="-171450">
              <a:buFontTx/>
              <a:buChar char="-"/>
            </a:pPr>
            <a:endParaRPr lang="es-ES" dirty="0"/>
          </a:p>
          <a:p>
            <a:pPr marL="171450" indent="-171450">
              <a:buFontTx/>
              <a:buChar char="-"/>
            </a:pPr>
            <a:endParaRPr lang="es-ES" dirty="0"/>
          </a:p>
        </p:txBody>
      </p:sp>
      <p:sp>
        <p:nvSpPr>
          <p:cNvPr id="4" name="Marcador de número de diapositiva 3">
            <a:extLst>
              <a:ext uri="{FF2B5EF4-FFF2-40B4-BE49-F238E27FC236}">
                <a16:creationId xmlns:a16="http://schemas.microsoft.com/office/drawing/2014/main" id="{1F5FAF0B-51DD-17CC-F0C8-977953BE0769}"/>
              </a:ext>
            </a:extLst>
          </p:cNvPr>
          <p:cNvSpPr>
            <a:spLocks noGrp="1"/>
          </p:cNvSpPr>
          <p:nvPr>
            <p:ph type="sldNum" sz="quarter" idx="5"/>
          </p:nvPr>
        </p:nvSpPr>
        <p:spPr/>
        <p:txBody>
          <a:bodyPr/>
          <a:lstStyle/>
          <a:p>
            <a:fld id="{68C8FD0C-9B30-9D48-B99E-72576BCB1E71}" type="slidenum">
              <a:rPr lang="es-ES" smtClean="0"/>
              <a:t>8</a:t>
            </a:fld>
            <a:endParaRPr lang="es-ES"/>
          </a:p>
        </p:txBody>
      </p:sp>
    </p:spTree>
    <p:extLst>
      <p:ext uri="{BB962C8B-B14F-4D97-AF65-F5344CB8AC3E}">
        <p14:creationId xmlns:p14="http://schemas.microsoft.com/office/powerpoint/2010/main" val="14663802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96B73-E193-A05D-649A-0A32C99E801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5FEB66D-7445-4741-35F3-BA3CE6FFAA2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A2E3A62-F523-749E-DA95-DD6379E77075}"/>
              </a:ext>
            </a:extLst>
          </p:cNvPr>
          <p:cNvSpPr>
            <a:spLocks noGrp="1"/>
          </p:cNvSpPr>
          <p:nvPr>
            <p:ph type="body" idx="1"/>
          </p:nvPr>
        </p:nvSpPr>
        <p:spPr/>
        <p:txBody>
          <a:bodyPr/>
          <a:lstStyle/>
          <a:p>
            <a:pPr marL="0" lvl="0" indent="0">
              <a:buFontTx/>
              <a:buNone/>
            </a:pPr>
            <a:r>
              <a:rPr lang="es-ES" dirty="0"/>
              <a:t>Por último, se calculan los valores de las prestaciones para cada uno de los modelos y así poder evaluarlos. Para determinar si la trayectoria estimada para cada individuo del modelo es precisa se utiliza el marcador MAE o el NMAE. Con ellos se mide el error absoluto medio entre los valores de la curva estimada en los tiempos de las observaciones y los valores reales de las observaciones. El MAE se utiliza para la curva en escala original mientras en NMAE se </a:t>
            </a:r>
            <a:r>
              <a:rPr lang="es-ES" dirty="0" err="1"/>
              <a:t>cálcula</a:t>
            </a:r>
            <a:r>
              <a:rPr lang="es-ES" dirty="0"/>
              <a:t> con los valores normalizados de los biomarcadores.</a:t>
            </a:r>
          </a:p>
          <a:p>
            <a:pPr marL="0" lvl="0" indent="0">
              <a:buFontTx/>
              <a:buNone/>
            </a:pPr>
            <a:r>
              <a:rPr lang="es-ES" dirty="0"/>
              <a:t>Por otro lado, también se mide la precisión del diagnóstico cognitivo que estima la predicción del modelo para cada paciente. Esto se realiza con el </a:t>
            </a:r>
            <a:r>
              <a:rPr lang="es-ES" dirty="0" err="1"/>
              <a:t>Area</a:t>
            </a:r>
            <a:r>
              <a:rPr lang="es-ES" dirty="0"/>
              <a:t> Bajo la Curva, valor obtenido mediante un clasificador Bayesiano con estimador de densidad de </a:t>
            </a:r>
            <a:r>
              <a:rPr lang="es-ES" dirty="0" err="1"/>
              <a:t>Kernel</a:t>
            </a:r>
            <a:r>
              <a:rPr lang="es-ES" dirty="0"/>
              <a:t> en función de la puntuación de la progresión de la enfermedad (DPS) en los pacientes. Otras métricas fundamentales son los porcentajes que miden el rendimiento de los modelos para predecir el </a:t>
            </a:r>
            <a:r>
              <a:rPr lang="es-ES" dirty="0" err="1"/>
              <a:t>incio</a:t>
            </a:r>
            <a:r>
              <a:rPr lang="es-ES" dirty="0"/>
              <a:t> de la conversion hacia el deterioro </a:t>
            </a:r>
            <a:r>
              <a:rPr lang="es-ES" dirty="0" err="1"/>
              <a:t>cognitvo</a:t>
            </a:r>
            <a:r>
              <a:rPr lang="es-ES" dirty="0"/>
              <a:t> leve, calculando el porcentaje de pacientes que el modelo predice correctamente como cognitivamente normales y como pacientes que han desarrollado deterioro cognitivo leve. Por último, también se obtiene la correlación de los tiempos de conversión hacia el declive cognitivo de los individuos, y también de la reserva cognitiva de los mismo. </a:t>
            </a:r>
          </a:p>
          <a:p>
            <a:pPr marL="0" lvl="0" indent="0">
              <a:buFontTx/>
              <a:buNone/>
            </a:pPr>
            <a:endParaRPr lang="es-ES" dirty="0"/>
          </a:p>
          <a:p>
            <a:pPr marL="0" lvl="0" indent="0">
              <a:buFontTx/>
              <a:buNone/>
            </a:pPr>
            <a:r>
              <a:rPr lang="es-ES"/>
              <a:t>Estos medidores indican, por un lado la precisi´on a la hora de predecir a que edad convierten los pacientes, y por otro lado la exactitud del c´alculo de a˜nos de reserva que les quedan antes de entrar en la fase de deterioro cognitivo.</a:t>
            </a:r>
            <a:endParaRPr lang="es-ES" dirty="0"/>
          </a:p>
          <a:p>
            <a:pPr marL="628650" lvl="1" indent="-171450">
              <a:buFontTx/>
              <a:buChar char="-"/>
            </a:pPr>
            <a:endParaRPr lang="es-ES" dirty="0"/>
          </a:p>
          <a:p>
            <a:pPr marL="628650" lvl="1" indent="-171450">
              <a:buFontTx/>
              <a:buChar char="-"/>
            </a:pPr>
            <a:endParaRPr lang="es-ES" dirty="0"/>
          </a:p>
          <a:p>
            <a:pPr marL="171450" indent="-171450">
              <a:buFontTx/>
              <a:buChar char="-"/>
            </a:pPr>
            <a:endParaRPr lang="es-ES" dirty="0"/>
          </a:p>
        </p:txBody>
      </p:sp>
      <p:sp>
        <p:nvSpPr>
          <p:cNvPr id="4" name="Marcador de número de diapositiva 3">
            <a:extLst>
              <a:ext uri="{FF2B5EF4-FFF2-40B4-BE49-F238E27FC236}">
                <a16:creationId xmlns:a16="http://schemas.microsoft.com/office/drawing/2014/main" id="{7FF9CC17-A3F7-71A6-D178-E764B651C969}"/>
              </a:ext>
            </a:extLst>
          </p:cNvPr>
          <p:cNvSpPr>
            <a:spLocks noGrp="1"/>
          </p:cNvSpPr>
          <p:nvPr>
            <p:ph type="sldNum" sz="quarter" idx="5"/>
          </p:nvPr>
        </p:nvSpPr>
        <p:spPr/>
        <p:txBody>
          <a:bodyPr/>
          <a:lstStyle/>
          <a:p>
            <a:fld id="{68C8FD0C-9B30-9D48-B99E-72576BCB1E71}" type="slidenum">
              <a:rPr lang="es-ES" smtClean="0"/>
              <a:t>9</a:t>
            </a:fld>
            <a:endParaRPr lang="es-ES"/>
          </a:p>
        </p:txBody>
      </p:sp>
    </p:spTree>
    <p:extLst>
      <p:ext uri="{BB962C8B-B14F-4D97-AF65-F5344CB8AC3E}">
        <p14:creationId xmlns:p14="http://schemas.microsoft.com/office/powerpoint/2010/main" val="19005101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96B73-E193-A05D-649A-0A32C99E801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5FEB66D-7445-4741-35F3-BA3CE6FFAA2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A2E3A62-F523-749E-DA95-DD6379E77075}"/>
              </a:ext>
            </a:extLst>
          </p:cNvPr>
          <p:cNvSpPr>
            <a:spLocks noGrp="1"/>
          </p:cNvSpPr>
          <p:nvPr>
            <p:ph type="body" idx="1"/>
          </p:nvPr>
        </p:nvSpPr>
        <p:spPr/>
        <p:txBody>
          <a:bodyPr/>
          <a:lstStyle/>
          <a:p>
            <a:pPr marL="0" indent="0">
              <a:buFontTx/>
              <a:buNone/>
            </a:pPr>
            <a:r>
              <a:rPr lang="es-ES" dirty="0"/>
              <a:t>Además de comparar las combinaciones de características de las que se componen los modelos estimados, se compara la precisión de los dos métodos utilizados para modelar la progresión de la enfermedad, </a:t>
            </a:r>
            <a:r>
              <a:rPr lang="es-ES" dirty="0" err="1"/>
              <a:t>Leaspy</a:t>
            </a:r>
            <a:r>
              <a:rPr lang="es-ES" dirty="0"/>
              <a:t> y RPDPM. Una de las principales diferencias entre ellos es la ecuación de la puntuación de la progresión de la enfermedad o DPS, en función de la cual se obtienen las trayectorias a corto plazo de los sujetos. En pantalla se observa la ecuación del DPS para cada uno y su representación gráfica, observando las curvas estimadas en comparación con las muestras tomadas, pudiendo observar distintos factores como la flexibilidad o robustez de cada método.</a:t>
            </a:r>
          </a:p>
        </p:txBody>
      </p:sp>
      <p:sp>
        <p:nvSpPr>
          <p:cNvPr id="4" name="Marcador de número de diapositiva 3">
            <a:extLst>
              <a:ext uri="{FF2B5EF4-FFF2-40B4-BE49-F238E27FC236}">
                <a16:creationId xmlns:a16="http://schemas.microsoft.com/office/drawing/2014/main" id="{7FF9CC17-A3F7-71A6-D178-E764B651C969}"/>
              </a:ext>
            </a:extLst>
          </p:cNvPr>
          <p:cNvSpPr>
            <a:spLocks noGrp="1"/>
          </p:cNvSpPr>
          <p:nvPr>
            <p:ph type="sldNum" sz="quarter" idx="5"/>
          </p:nvPr>
        </p:nvSpPr>
        <p:spPr/>
        <p:txBody>
          <a:bodyPr/>
          <a:lstStyle/>
          <a:p>
            <a:fld id="{68C8FD0C-9B30-9D48-B99E-72576BCB1E71}" type="slidenum">
              <a:rPr lang="es-ES" smtClean="0"/>
              <a:t>10</a:t>
            </a:fld>
            <a:endParaRPr lang="es-ES"/>
          </a:p>
        </p:txBody>
      </p:sp>
    </p:spTree>
    <p:extLst>
      <p:ext uri="{BB962C8B-B14F-4D97-AF65-F5344CB8AC3E}">
        <p14:creationId xmlns:p14="http://schemas.microsoft.com/office/powerpoint/2010/main" val="33823756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96B73-E193-A05D-649A-0A32C99E801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5FEB66D-7445-4741-35F3-BA3CE6FFAA2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A2E3A62-F523-749E-DA95-DD6379E77075}"/>
              </a:ext>
            </a:extLst>
          </p:cNvPr>
          <p:cNvSpPr>
            <a:spLocks noGrp="1"/>
          </p:cNvSpPr>
          <p:nvPr>
            <p:ph type="body" idx="1"/>
          </p:nvPr>
        </p:nvSpPr>
        <p:spPr/>
        <p:txBody>
          <a:bodyPr/>
          <a:lstStyle/>
          <a:p>
            <a:pPr marL="0" indent="0">
              <a:buFontTx/>
              <a:buNone/>
            </a:pPr>
            <a:r>
              <a:rPr lang="es-ES" dirty="0"/>
              <a:t>Además de comparar las combinaciones de características de las que se componen los modelos estimados, se compara la precisión de los dos métodos utilizados para modelar la progresión de la enfermedad, </a:t>
            </a:r>
            <a:r>
              <a:rPr lang="es-ES" dirty="0" err="1"/>
              <a:t>Leaspy</a:t>
            </a:r>
            <a:r>
              <a:rPr lang="es-ES" dirty="0"/>
              <a:t> y RPDPM. Una de las principales diferencias entre ellos es la ecuación de la puntuación de la progresión de la enfermedad o DPS, en función de la cual se obtienen las trayectorias a corto plazo de los sujetos. En pantalla se observa la ecuación del DPS para cada uno y su representación gráfica, observando las curvas estimadas en comparación con las muestras tomadas, pudiendo observar distintos factores como la flexibilidad o robustez de cada método.</a:t>
            </a:r>
          </a:p>
        </p:txBody>
      </p:sp>
      <p:sp>
        <p:nvSpPr>
          <p:cNvPr id="4" name="Marcador de número de diapositiva 3">
            <a:extLst>
              <a:ext uri="{FF2B5EF4-FFF2-40B4-BE49-F238E27FC236}">
                <a16:creationId xmlns:a16="http://schemas.microsoft.com/office/drawing/2014/main" id="{7FF9CC17-A3F7-71A6-D178-E764B651C969}"/>
              </a:ext>
            </a:extLst>
          </p:cNvPr>
          <p:cNvSpPr>
            <a:spLocks noGrp="1"/>
          </p:cNvSpPr>
          <p:nvPr>
            <p:ph type="sldNum" sz="quarter" idx="5"/>
          </p:nvPr>
        </p:nvSpPr>
        <p:spPr/>
        <p:txBody>
          <a:bodyPr/>
          <a:lstStyle/>
          <a:p>
            <a:fld id="{68C8FD0C-9B30-9D48-B99E-72576BCB1E71}" type="slidenum">
              <a:rPr lang="es-ES" smtClean="0"/>
              <a:t>11</a:t>
            </a:fld>
            <a:endParaRPr lang="es-ES"/>
          </a:p>
        </p:txBody>
      </p:sp>
    </p:spTree>
    <p:extLst>
      <p:ext uri="{BB962C8B-B14F-4D97-AF65-F5344CB8AC3E}">
        <p14:creationId xmlns:p14="http://schemas.microsoft.com/office/powerpoint/2010/main" val="40811001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96B73-E193-A05D-649A-0A32C99E801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5FEB66D-7445-4741-35F3-BA3CE6FFAA2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A2E3A62-F523-749E-DA95-DD6379E77075}"/>
              </a:ext>
            </a:extLst>
          </p:cNvPr>
          <p:cNvSpPr>
            <a:spLocks noGrp="1"/>
          </p:cNvSpPr>
          <p:nvPr>
            <p:ph type="body" idx="1"/>
          </p:nvPr>
        </p:nvSpPr>
        <p:spPr/>
        <p:txBody>
          <a:bodyPr/>
          <a:lstStyle/>
          <a:p>
            <a:pPr marL="0" lvl="0" indent="0">
              <a:buFontTx/>
              <a:buNone/>
            </a:pPr>
            <a:r>
              <a:rPr lang="es-ES" dirty="0"/>
              <a:t>Por otra parte, se llevó a cabo la paralelización de las tareas, permitiendo reducir el tiempo de ejecución del programa. Esto fue posible gracias a una librería llamada </a:t>
            </a:r>
            <a:r>
              <a:rPr lang="es-ES" dirty="0" err="1"/>
              <a:t>multiprocesing</a:t>
            </a:r>
            <a:r>
              <a:rPr lang="es-ES" dirty="0"/>
              <a:t> de Python que permite ejecutar múltiples procesos en paralelo utilizando todos los núcleos disponibles de la máquina utilizada. La paralelización se llevó a cabo para tres sistemas distintos, que son Windows 11, en el sistema de Ubuntu de la máquina Curie y en Linux en la máquina de supercomputación </a:t>
            </a:r>
            <a:r>
              <a:rPr lang="es-ES" dirty="0" err="1"/>
              <a:t>Magerit</a:t>
            </a:r>
            <a:r>
              <a:rPr lang="es-ES" dirty="0"/>
              <a:t>, siendo esta última la que mayor número de núcleos disponibles tiene.</a:t>
            </a:r>
          </a:p>
        </p:txBody>
      </p:sp>
      <p:sp>
        <p:nvSpPr>
          <p:cNvPr id="4" name="Marcador de número de diapositiva 3">
            <a:extLst>
              <a:ext uri="{FF2B5EF4-FFF2-40B4-BE49-F238E27FC236}">
                <a16:creationId xmlns:a16="http://schemas.microsoft.com/office/drawing/2014/main" id="{7FF9CC17-A3F7-71A6-D178-E764B651C969}"/>
              </a:ext>
            </a:extLst>
          </p:cNvPr>
          <p:cNvSpPr>
            <a:spLocks noGrp="1"/>
          </p:cNvSpPr>
          <p:nvPr>
            <p:ph type="sldNum" sz="quarter" idx="5"/>
          </p:nvPr>
        </p:nvSpPr>
        <p:spPr/>
        <p:txBody>
          <a:bodyPr/>
          <a:lstStyle/>
          <a:p>
            <a:fld id="{68C8FD0C-9B30-9D48-B99E-72576BCB1E71}" type="slidenum">
              <a:rPr lang="es-ES" smtClean="0"/>
              <a:t>12</a:t>
            </a:fld>
            <a:endParaRPr lang="es-ES"/>
          </a:p>
        </p:txBody>
      </p:sp>
    </p:spTree>
    <p:extLst>
      <p:ext uri="{BB962C8B-B14F-4D97-AF65-F5344CB8AC3E}">
        <p14:creationId xmlns:p14="http://schemas.microsoft.com/office/powerpoint/2010/main" val="32272266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En cuanto a los resultados obtenidos, en las siguientes dos tablas se muestra la relevancia de los marcadores al inicio del estudio para los distintos grupos. En la primera se comparan el grupo de pacientes de control en la tercera columna con el grupo de individuos con Parkinson. En la columna </a:t>
            </a:r>
            <a:r>
              <a:rPr lang="es-ES" dirty="0" err="1"/>
              <a:t>Post-hoc</a:t>
            </a:r>
            <a:r>
              <a:rPr lang="es-ES" dirty="0"/>
              <a:t> vemos marcadas con una a las variables que son indicativas del declive cognitivo al inicio del estudio.</a:t>
            </a:r>
          </a:p>
          <a:p>
            <a:r>
              <a:rPr lang="es-ES" dirty="0"/>
              <a:t>Cabe destacar que la edad a pesar de que la media de edad es bastante elevada, no es un indicador del deterioro. Sin embargo entre los parámetros cognitivos y clínicos hay varios con indicador de significancia, como GDS, el REM o el MOCA.</a:t>
            </a:r>
          </a:p>
          <a:p>
            <a:endParaRPr lang="es-ES" dirty="0"/>
          </a:p>
          <a:p>
            <a:endParaRPr lang="es-ES" dirty="0"/>
          </a:p>
          <a:p>
            <a:endParaRPr lang="es-ES" dirty="0"/>
          </a:p>
          <a:p>
            <a:endParaRPr lang="es-ES" dirty="0"/>
          </a:p>
          <a:p>
            <a:endParaRPr lang="es-ES" dirty="0"/>
          </a:p>
        </p:txBody>
      </p:sp>
      <p:sp>
        <p:nvSpPr>
          <p:cNvPr id="4" name="Marcador de número de diapositiva 3"/>
          <p:cNvSpPr>
            <a:spLocks noGrp="1"/>
          </p:cNvSpPr>
          <p:nvPr>
            <p:ph type="sldNum" sz="quarter" idx="5"/>
          </p:nvPr>
        </p:nvSpPr>
        <p:spPr/>
        <p:txBody>
          <a:bodyPr/>
          <a:lstStyle/>
          <a:p>
            <a:fld id="{68C8FD0C-9B30-9D48-B99E-72576BCB1E71}" type="slidenum">
              <a:rPr lang="es-ES" smtClean="0"/>
              <a:t>13</a:t>
            </a:fld>
            <a:endParaRPr lang="es-ES"/>
          </a:p>
        </p:txBody>
      </p:sp>
    </p:spTree>
    <p:extLst>
      <p:ext uri="{BB962C8B-B14F-4D97-AF65-F5344CB8AC3E}">
        <p14:creationId xmlns:p14="http://schemas.microsoft.com/office/powerpoint/2010/main" val="36740799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En la segunda tabla se visualiza la influencia de los distintos parámetros en la evolución de los tres grupos expuestos. En las columnas p-value y </a:t>
            </a:r>
            <a:r>
              <a:rPr lang="es-ES" dirty="0" err="1"/>
              <a:t>Posthoc</a:t>
            </a:r>
            <a:r>
              <a:rPr lang="es-ES" dirty="0"/>
              <a:t> se señalan que variables pueden tener un efecto significativo en el transcurso del deterioro cognitivo en los distintos subgrupos, marcando con una a significancia entre los grupos PD_CU y PD_MCI, con una b entre PD_MCI y PDD y con una c entre PD_CU y PDD. Entre ellas, diferenciadas por tener un valor p igual o por debajo de 0.001, se ve como por ejemplo el SDMT y el MEANCAU son considerables tanto en la comparación entre sujetos cognitivamente normales y con deterioro cognitivo como entre cognitivamente normales y los pacientes que desarrollaron demencia. Sin embargo, REM solo muestra diferencias significativas entre PD CU y PD MCI y Aβ42, con diferencia notable entre PD CU y PDD.</a:t>
            </a:r>
          </a:p>
          <a:p>
            <a:r>
              <a:rPr lang="es-ES" dirty="0"/>
              <a:t>En vistas generales, cabe destacar las variables que resultaron significativas en el </a:t>
            </a:r>
            <a:r>
              <a:rPr lang="es-ES" dirty="0" err="1"/>
              <a:t>an´alisis</a:t>
            </a:r>
            <a:r>
              <a:rPr lang="es-ES" dirty="0"/>
              <a:t>, tanto en la tabla 5.1 como en la tabla 5.2. Entre estas, se encuentran: UPSIT, SDMT, INMEDIATE, SFT y MEANCAU. Todas ellas son medidas cognitivas y </a:t>
            </a:r>
            <a:r>
              <a:rPr lang="es-ES" dirty="0" err="1"/>
              <a:t>cl´ınicas</a:t>
            </a:r>
            <a:r>
              <a:rPr lang="es-ES" dirty="0"/>
              <a:t>. Estos </a:t>
            </a:r>
            <a:r>
              <a:rPr lang="es-ES" dirty="0" err="1"/>
              <a:t>par´ametros</a:t>
            </a:r>
            <a:r>
              <a:rPr lang="es-ES" dirty="0"/>
              <a:t> pueden tener implicaciones cruciales para el diagnostico anticipado y el desarrollo de estrategias para el tratamiento.</a:t>
            </a:r>
          </a:p>
          <a:p>
            <a:endParaRPr lang="es-ES" dirty="0"/>
          </a:p>
        </p:txBody>
      </p:sp>
      <p:sp>
        <p:nvSpPr>
          <p:cNvPr id="4" name="Marcador de número de diapositiva 3"/>
          <p:cNvSpPr>
            <a:spLocks noGrp="1"/>
          </p:cNvSpPr>
          <p:nvPr>
            <p:ph type="sldNum" sz="quarter" idx="5"/>
          </p:nvPr>
        </p:nvSpPr>
        <p:spPr/>
        <p:txBody>
          <a:bodyPr/>
          <a:lstStyle/>
          <a:p>
            <a:fld id="{68C8FD0C-9B30-9D48-B99E-72576BCB1E71}" type="slidenum">
              <a:rPr lang="es-ES" smtClean="0"/>
              <a:t>14</a:t>
            </a:fld>
            <a:endParaRPr lang="es-ES"/>
          </a:p>
        </p:txBody>
      </p:sp>
    </p:spTree>
    <p:extLst>
      <p:ext uri="{BB962C8B-B14F-4D97-AF65-F5344CB8AC3E}">
        <p14:creationId xmlns:p14="http://schemas.microsoft.com/office/powerpoint/2010/main" val="64922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Como resultado de los modelos de progresión generados, en primer lugar se graficaron las curvas características a corto plazo obtenidas del proceso de personalización y predicción de un sujeto concreto. En este caso se observan las gráficas correspondientes a seis variables en escala normalizada. Se ve claramente como las graficas en las que aparecen mas observaciones representadas con los puntos la precisión de la trayectoria estimada es más precisa, llegando incluso a cortarse con la línea de unión de las observaciones tomadas en el paciente para esas variables. Esto indica que mayor numero de observaciones tenga el individuo mayor exactitud se </a:t>
            </a:r>
            <a:r>
              <a:rPr lang="es-ES" dirty="0" err="1"/>
              <a:t>conseguira</a:t>
            </a:r>
            <a:r>
              <a:rPr lang="es-ES" dirty="0"/>
              <a:t>.</a:t>
            </a:r>
          </a:p>
        </p:txBody>
      </p:sp>
      <p:sp>
        <p:nvSpPr>
          <p:cNvPr id="4" name="Marcador de número de diapositiva 3"/>
          <p:cNvSpPr>
            <a:spLocks noGrp="1"/>
          </p:cNvSpPr>
          <p:nvPr>
            <p:ph type="sldNum" sz="quarter" idx="5"/>
          </p:nvPr>
        </p:nvSpPr>
        <p:spPr/>
        <p:txBody>
          <a:bodyPr/>
          <a:lstStyle/>
          <a:p>
            <a:fld id="{68C8FD0C-9B30-9D48-B99E-72576BCB1E71}" type="slidenum">
              <a:rPr lang="es-ES" smtClean="0"/>
              <a:t>15</a:t>
            </a:fld>
            <a:endParaRPr lang="es-ES"/>
          </a:p>
        </p:txBody>
      </p:sp>
    </p:spTree>
    <p:extLst>
      <p:ext uri="{BB962C8B-B14F-4D97-AF65-F5344CB8AC3E}">
        <p14:creationId xmlns:p14="http://schemas.microsoft.com/office/powerpoint/2010/main" val="26483105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En este caso vemos las mismas trayectorias para las mismas variables pero con las escalas originales, que si nos paramos a compararlas con la anterior podemos obtener la misma conclusión pero además observamos como en el proceso de normalización se invierten los valores de las variables ya que son marcadores decrecientes. Estos indican le evolución hacia el declive cognitivo con valores más bajos.</a:t>
            </a:r>
          </a:p>
        </p:txBody>
      </p:sp>
      <p:sp>
        <p:nvSpPr>
          <p:cNvPr id="4" name="Marcador de número de diapositiva 3"/>
          <p:cNvSpPr>
            <a:spLocks noGrp="1"/>
          </p:cNvSpPr>
          <p:nvPr>
            <p:ph type="sldNum" sz="quarter" idx="5"/>
          </p:nvPr>
        </p:nvSpPr>
        <p:spPr/>
        <p:txBody>
          <a:bodyPr/>
          <a:lstStyle/>
          <a:p>
            <a:fld id="{68C8FD0C-9B30-9D48-B99E-72576BCB1E71}" type="slidenum">
              <a:rPr lang="es-ES" smtClean="0"/>
              <a:t>16</a:t>
            </a:fld>
            <a:endParaRPr lang="es-ES"/>
          </a:p>
        </p:txBody>
      </p:sp>
    </p:spTree>
    <p:extLst>
      <p:ext uri="{BB962C8B-B14F-4D97-AF65-F5344CB8AC3E}">
        <p14:creationId xmlns:p14="http://schemas.microsoft.com/office/powerpoint/2010/main" val="41532325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8C8FD0C-9B30-9D48-B99E-72576BCB1E71}" type="slidenum">
              <a:rPr lang="es-ES" smtClean="0"/>
              <a:t>17</a:t>
            </a:fld>
            <a:endParaRPr lang="es-ES"/>
          </a:p>
        </p:txBody>
      </p:sp>
    </p:spTree>
    <p:extLst>
      <p:ext uri="{BB962C8B-B14F-4D97-AF65-F5344CB8AC3E}">
        <p14:creationId xmlns:p14="http://schemas.microsoft.com/office/powerpoint/2010/main" val="24127658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8C8FD0C-9B30-9D48-B99E-72576BCB1E71}" type="slidenum">
              <a:rPr lang="es-ES" smtClean="0"/>
              <a:t>18</a:t>
            </a:fld>
            <a:endParaRPr lang="es-ES"/>
          </a:p>
        </p:txBody>
      </p:sp>
    </p:spTree>
    <p:extLst>
      <p:ext uri="{BB962C8B-B14F-4D97-AF65-F5344CB8AC3E}">
        <p14:creationId xmlns:p14="http://schemas.microsoft.com/office/powerpoint/2010/main" val="22660656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8C8FD0C-9B30-9D48-B99E-72576BCB1E71}" type="slidenum">
              <a:rPr lang="es-ES" smtClean="0"/>
              <a:t>19</a:t>
            </a:fld>
            <a:endParaRPr lang="es-ES"/>
          </a:p>
        </p:txBody>
      </p:sp>
    </p:spTree>
    <p:extLst>
      <p:ext uri="{BB962C8B-B14F-4D97-AF65-F5344CB8AC3E}">
        <p14:creationId xmlns:p14="http://schemas.microsoft.com/office/powerpoint/2010/main" val="16283056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buFont typeface="Arial" panose="020B0604020202020204" pitchFamily="34" charset="0"/>
              <a:buNone/>
            </a:pPr>
            <a:r>
              <a:rPr lang="es-ES" b="0" i="0" dirty="0">
                <a:solidFill>
                  <a:srgbClr val="222222"/>
                </a:solidFill>
                <a:effectLst/>
                <a:highlight>
                  <a:srgbClr val="FFFFFF"/>
                </a:highlight>
                <a:latin typeface="Arial" panose="020B0604020202020204" pitchFamily="34" charset="0"/>
              </a:rPr>
              <a:t>Conclusiones</a:t>
            </a:r>
            <a:br>
              <a:rPr lang="es-ES" dirty="0"/>
            </a:br>
            <a:r>
              <a:rPr lang="es-ES" b="0" i="0" dirty="0">
                <a:solidFill>
                  <a:srgbClr val="222222"/>
                </a:solidFill>
                <a:effectLst/>
                <a:highlight>
                  <a:srgbClr val="FFFFFF"/>
                </a:highlight>
                <a:latin typeface="Arial" panose="020B0604020202020204" pitchFamily="34" charset="0"/>
              </a:rPr>
              <a:t>No te faltan conclusiones respecto a los biomarcadores? y respecto  de progresión de los pacientes en la cohorte del estudio? me refiero a lo q pones  en las notas sobre </a:t>
            </a:r>
            <a:r>
              <a:rPr lang="es-ES" b="0" i="0" dirty="0" err="1">
                <a:solidFill>
                  <a:srgbClr val="222222"/>
                </a:solidFill>
                <a:effectLst/>
                <a:highlight>
                  <a:srgbClr val="FFFFFF"/>
                </a:highlight>
                <a:latin typeface="Arial" panose="020B0604020202020204" pitchFamily="34" charset="0"/>
              </a:rPr>
              <a:t>biomaecadors</a:t>
            </a:r>
            <a:r>
              <a:rPr lang="es-ES" b="0" i="0" dirty="0">
                <a:solidFill>
                  <a:srgbClr val="222222"/>
                </a:solidFill>
                <a:effectLst/>
                <a:highlight>
                  <a:srgbClr val="FFFFFF"/>
                </a:highlight>
                <a:latin typeface="Arial" panose="020B0604020202020204" pitchFamily="34" charset="0"/>
              </a:rPr>
              <a:t> clave y predicción no deberías cuantificarlo y ponerlo en la diapo?</a:t>
            </a:r>
            <a:endParaRPr lang="es-ES" b="1" dirty="0"/>
          </a:p>
          <a:p>
            <a:pPr>
              <a:buFont typeface="Arial" panose="020B0604020202020204" pitchFamily="34" charset="0"/>
              <a:buChar char="•"/>
            </a:pPr>
            <a:endParaRPr lang="es-ES" b="1" dirty="0"/>
          </a:p>
          <a:p>
            <a:pPr>
              <a:buFont typeface="Arial" panose="020B0604020202020204" pitchFamily="34" charset="0"/>
              <a:buNone/>
            </a:pPr>
            <a:endParaRPr lang="es-ES" b="1" dirty="0"/>
          </a:p>
          <a:p>
            <a:pPr>
              <a:buFont typeface="Arial" panose="020B0604020202020204" pitchFamily="34" charset="0"/>
              <a:buChar char="•"/>
            </a:pPr>
            <a:endParaRPr lang="es-ES" b="1" dirty="0"/>
          </a:p>
          <a:p>
            <a:pPr>
              <a:buFont typeface="Arial" panose="020B0604020202020204" pitchFamily="34" charset="0"/>
              <a:buChar char="•"/>
            </a:pPr>
            <a:endParaRPr lang="es-ES" b="1" dirty="0"/>
          </a:p>
          <a:p>
            <a:pPr>
              <a:buFont typeface="Arial" panose="020B0604020202020204" pitchFamily="34" charset="0"/>
              <a:buChar char="•"/>
            </a:pPr>
            <a:r>
              <a:rPr lang="es-ES" b="1" dirty="0"/>
              <a:t>Objetivo:</a:t>
            </a:r>
            <a:r>
              <a:rPr lang="es-ES" dirty="0"/>
              <a:t> Predicción del deterioro cognitivo en pacientes con Parkinson utilizando </a:t>
            </a:r>
            <a:r>
              <a:rPr lang="es-ES" b="1" dirty="0" err="1"/>
              <a:t>Leaspy</a:t>
            </a:r>
            <a:r>
              <a:rPr lang="es-ES" dirty="0"/>
              <a:t>.</a:t>
            </a:r>
          </a:p>
          <a:p>
            <a:pPr>
              <a:buFont typeface="Arial" panose="020B0604020202020204" pitchFamily="34" charset="0"/>
              <a:buChar char="•"/>
            </a:pPr>
            <a:r>
              <a:rPr lang="es-ES" b="1" dirty="0"/>
              <a:t>Biomarcadores clave:</a:t>
            </a:r>
            <a:r>
              <a:rPr lang="es-ES" dirty="0"/>
              <a:t> SDMT y MEANCAU identificados como </a:t>
            </a:r>
            <a:r>
              <a:rPr lang="es-ES" b="1" dirty="0"/>
              <a:t>significativos</a:t>
            </a:r>
            <a:r>
              <a:rPr lang="es-ES" dirty="0"/>
              <a:t> en la progresión hacia MCI y demencia.</a:t>
            </a:r>
          </a:p>
          <a:p>
            <a:pPr>
              <a:buFont typeface="Arial" panose="020B0604020202020204" pitchFamily="34" charset="0"/>
              <a:buChar char="•"/>
            </a:pPr>
            <a:r>
              <a:rPr lang="es-ES" b="1" dirty="0"/>
              <a:t>Predicción individual:</a:t>
            </a:r>
            <a:r>
              <a:rPr lang="es-ES" dirty="0"/>
              <a:t> </a:t>
            </a:r>
            <a:r>
              <a:rPr lang="es-ES" dirty="0" err="1"/>
              <a:t>Leaspy</a:t>
            </a:r>
            <a:r>
              <a:rPr lang="es-ES" dirty="0"/>
              <a:t> mostró </a:t>
            </a:r>
            <a:r>
              <a:rPr lang="es-ES" b="1" dirty="0"/>
              <a:t>buena concordancia</a:t>
            </a:r>
            <a:r>
              <a:rPr lang="es-ES" dirty="0"/>
              <a:t> con observaciones en pacientes individuales.</a:t>
            </a:r>
          </a:p>
          <a:p>
            <a:pPr>
              <a:buFont typeface="Arial" panose="020B0604020202020204" pitchFamily="34" charset="0"/>
              <a:buChar char="•"/>
            </a:pPr>
            <a:r>
              <a:rPr lang="es-ES" b="1" dirty="0"/>
              <a:t>Limitaciones:</a:t>
            </a:r>
            <a:r>
              <a:rPr lang="es-ES" dirty="0"/>
              <a:t> Precisión variable en detección de MCI; rendimiento depende de los biomarcadores seleccionados.</a:t>
            </a:r>
          </a:p>
          <a:p>
            <a:pPr>
              <a:buFont typeface="Arial" panose="020B0604020202020204" pitchFamily="34" charset="0"/>
              <a:buChar char="•"/>
            </a:pPr>
            <a:r>
              <a:rPr lang="es-ES" b="1" dirty="0"/>
              <a:t>Comparación con RPDPM:</a:t>
            </a:r>
          </a:p>
          <a:p>
            <a:pPr>
              <a:buFont typeface="Arial" panose="020B0604020202020204" pitchFamily="34" charset="0"/>
              <a:buChar char="•"/>
            </a:pPr>
            <a:r>
              <a:rPr lang="es-ES" b="1" dirty="0" err="1"/>
              <a:t>Leaspy</a:t>
            </a:r>
            <a:r>
              <a:rPr lang="es-ES" dirty="0"/>
              <a:t>: Mejores resultados en detección de sujetos cognitivamente normales.</a:t>
            </a:r>
          </a:p>
          <a:p>
            <a:pPr>
              <a:buFont typeface="Arial" panose="020B0604020202020204" pitchFamily="34" charset="0"/>
              <a:buChar char="•"/>
            </a:pPr>
            <a:r>
              <a:rPr lang="es-ES" b="1" dirty="0"/>
              <a:t>RPDPM</a:t>
            </a:r>
            <a:r>
              <a:rPr lang="es-ES" dirty="0"/>
              <a:t>: Más preciso en la predicción de MCI y el AUC, ideal para </a:t>
            </a:r>
            <a:r>
              <a:rPr lang="es-ES" b="1" dirty="0"/>
              <a:t>aplicación clínica</a:t>
            </a:r>
            <a:r>
              <a:rPr lang="es-ES" dirty="0"/>
              <a:t>.</a:t>
            </a:r>
          </a:p>
        </p:txBody>
      </p:sp>
      <p:sp>
        <p:nvSpPr>
          <p:cNvPr id="4" name="Marcador de número de diapositiva 3"/>
          <p:cNvSpPr>
            <a:spLocks noGrp="1"/>
          </p:cNvSpPr>
          <p:nvPr>
            <p:ph type="sldNum" sz="quarter" idx="5"/>
          </p:nvPr>
        </p:nvSpPr>
        <p:spPr/>
        <p:txBody>
          <a:bodyPr/>
          <a:lstStyle/>
          <a:p>
            <a:fld id="{68C8FD0C-9B30-9D48-B99E-72576BCB1E71}" type="slidenum">
              <a:rPr lang="es-ES" smtClean="0"/>
              <a:t>20</a:t>
            </a:fld>
            <a:endParaRPr lang="es-ES"/>
          </a:p>
        </p:txBody>
      </p:sp>
    </p:spTree>
    <p:extLst>
      <p:ext uri="{BB962C8B-B14F-4D97-AF65-F5344CB8AC3E}">
        <p14:creationId xmlns:p14="http://schemas.microsoft.com/office/powerpoint/2010/main" val="8196967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lvl="0" indent="0">
              <a:buFont typeface="+mj-lt"/>
              <a:buNone/>
            </a:pPr>
            <a:r>
              <a:rPr lang="es-ES" b="0" i="0" dirty="0">
                <a:solidFill>
                  <a:srgbClr val="222222"/>
                </a:solidFill>
                <a:effectLst/>
                <a:highlight>
                  <a:srgbClr val="FFFFFF"/>
                </a:highlight>
                <a:latin typeface="Arial" panose="020B0604020202020204" pitchFamily="34" charset="0"/>
              </a:rPr>
              <a:t>Quizá la diapo de siguientes pasos la incluiría en el apartado conclusiones. Es decir este apartado quedaría con 2 diapositivas. A nivel de imágenes en la primera puedes poner una imagen de estas de </a:t>
            </a:r>
            <a:r>
              <a:rPr lang="es-ES" b="0" i="0" dirty="0" err="1">
                <a:solidFill>
                  <a:srgbClr val="222222"/>
                </a:solidFill>
                <a:effectLst/>
                <a:highlight>
                  <a:srgbClr val="FFFFFF"/>
                </a:highlight>
                <a:latin typeface="Arial" panose="020B0604020202020204" pitchFamily="34" charset="0"/>
              </a:rPr>
              <a:t>biomarcadoee</a:t>
            </a:r>
            <a:r>
              <a:rPr lang="es-ES" b="0" i="0" dirty="0">
                <a:solidFill>
                  <a:srgbClr val="222222"/>
                </a:solidFill>
                <a:effectLst/>
                <a:highlight>
                  <a:srgbClr val="FFFFFF"/>
                </a:highlight>
                <a:latin typeface="Arial" panose="020B0604020202020204" pitchFamily="34" charset="0"/>
              </a:rPr>
              <a:t>/</a:t>
            </a:r>
            <a:r>
              <a:rPr lang="es-ES" b="0" i="0" dirty="0" err="1">
                <a:solidFill>
                  <a:srgbClr val="222222"/>
                </a:solidFill>
                <a:effectLst/>
                <a:highlight>
                  <a:srgbClr val="FFFFFF"/>
                </a:highlight>
                <a:latin typeface="Arial" panose="020B0604020202020204" pitchFamily="34" charset="0"/>
              </a:rPr>
              <a:t>labiratoria</a:t>
            </a:r>
            <a:r>
              <a:rPr lang="es-ES" b="0" i="0" dirty="0">
                <a:solidFill>
                  <a:srgbClr val="222222"/>
                </a:solidFill>
                <a:effectLst/>
                <a:highlight>
                  <a:srgbClr val="FFFFFF"/>
                </a:highlight>
                <a:latin typeface="Arial" panose="020B0604020202020204" pitchFamily="34" charset="0"/>
              </a:rPr>
              <a:t>.. una genérica q encuentres e internet q ilustre trabajo de </a:t>
            </a:r>
            <a:r>
              <a:rPr lang="es-ES" b="0" i="0" dirty="0" err="1">
                <a:solidFill>
                  <a:srgbClr val="222222"/>
                </a:solidFill>
                <a:effectLst/>
                <a:highlight>
                  <a:srgbClr val="FFFFFF"/>
                </a:highlight>
                <a:latin typeface="Arial" panose="020B0604020202020204" pitchFamily="34" charset="0"/>
              </a:rPr>
              <a:t>lab</a:t>
            </a:r>
            <a:r>
              <a:rPr lang="es-ES" b="0" i="0" dirty="0">
                <a:solidFill>
                  <a:srgbClr val="222222"/>
                </a:solidFill>
                <a:effectLst/>
                <a:highlight>
                  <a:srgbClr val="FFFFFF"/>
                </a:highlight>
                <a:latin typeface="Arial" panose="020B0604020202020204" pitchFamily="34" charset="0"/>
              </a:rPr>
              <a:t> y datos  y en la otra buscaría algún gráfico (a lo mejor de alguna fuente q cites) o imagen un tanto futurista de IA y las enfermedades </a:t>
            </a:r>
            <a:r>
              <a:rPr lang="es-ES" b="0" i="0" dirty="0" err="1">
                <a:solidFill>
                  <a:srgbClr val="222222"/>
                </a:solidFill>
                <a:effectLst/>
                <a:highlight>
                  <a:srgbClr val="FFFFFF"/>
                </a:highlight>
                <a:latin typeface="Arial" panose="020B0604020202020204" pitchFamily="34" charset="0"/>
              </a:rPr>
              <a:t>neurodegenarativas</a:t>
            </a:r>
            <a:endParaRPr lang="es-ES" dirty="0"/>
          </a:p>
          <a:p>
            <a:pPr marL="400050" lvl="0" indent="-400050">
              <a:buFont typeface="+mj-lt"/>
              <a:buAutoNum type="romanLcPeriod"/>
            </a:pPr>
            <a:endParaRPr lang="es-ES" dirty="0"/>
          </a:p>
          <a:p>
            <a:pPr marL="400050" lvl="0" indent="-400050">
              <a:buFont typeface="+mj-lt"/>
              <a:buAutoNum type="romanLcPeriod"/>
            </a:pPr>
            <a:endParaRPr lang="es-ES" dirty="0"/>
          </a:p>
          <a:p>
            <a:pPr marL="400050" lvl="0" indent="-400050">
              <a:buFont typeface="+mj-lt"/>
              <a:buAutoNum type="romanLcPeriod"/>
            </a:pPr>
            <a:endParaRPr lang="es-ES" dirty="0"/>
          </a:p>
          <a:p>
            <a:pPr marL="400050" lvl="0" indent="-400050">
              <a:buFont typeface="+mj-lt"/>
              <a:buAutoNum type="romanLcPeriod"/>
            </a:pPr>
            <a:endParaRPr lang="es-ES" dirty="0"/>
          </a:p>
          <a:p>
            <a:pPr marL="400050" lvl="0" indent="-400050">
              <a:buFont typeface="+mj-lt"/>
              <a:buAutoNum type="romanLcPeriod"/>
            </a:pPr>
            <a:r>
              <a:rPr lang="es-ES" dirty="0"/>
              <a:t>Ampliar la investigación</a:t>
            </a:r>
          </a:p>
          <a:p>
            <a:pPr lvl="1">
              <a:buFont typeface="Arial" panose="020B0604020202020204" pitchFamily="34" charset="0"/>
              <a:buChar char="•"/>
            </a:pPr>
            <a:r>
              <a:rPr lang="es-ES" dirty="0"/>
              <a:t>Explorar </a:t>
            </a:r>
            <a:r>
              <a:rPr lang="es-ES" b="1" dirty="0"/>
              <a:t>nuevas combinaciones de biomarcadores</a:t>
            </a:r>
            <a:r>
              <a:rPr lang="es-ES" dirty="0"/>
              <a:t> para mejorar precisión.</a:t>
            </a:r>
          </a:p>
          <a:p>
            <a:pPr lvl="1">
              <a:buFont typeface="Arial" panose="020B0604020202020204" pitchFamily="34" charset="0"/>
              <a:buChar char="•"/>
            </a:pPr>
            <a:r>
              <a:rPr lang="es-ES" dirty="0"/>
              <a:t>Comparar </a:t>
            </a:r>
            <a:r>
              <a:rPr lang="es-ES" b="1" dirty="0" err="1"/>
              <a:t>Leaspy</a:t>
            </a:r>
            <a:r>
              <a:rPr lang="es-ES" b="1" dirty="0"/>
              <a:t> y RPDPM</a:t>
            </a:r>
            <a:r>
              <a:rPr lang="es-ES" dirty="0"/>
              <a:t> con otros modelos en la predicción del deterioro cognitivo en Parkinson.</a:t>
            </a:r>
          </a:p>
          <a:p>
            <a:pPr lvl="1">
              <a:buFont typeface="Arial" panose="020B0604020202020204" pitchFamily="34" charset="0"/>
              <a:buChar char="•"/>
            </a:pPr>
            <a:r>
              <a:rPr lang="es-ES" dirty="0"/>
              <a:t>Aplicar los modelos a </a:t>
            </a:r>
            <a:r>
              <a:rPr lang="es-ES" b="1" dirty="0"/>
              <a:t>cohortes externas</a:t>
            </a:r>
            <a:r>
              <a:rPr lang="es-ES" dirty="0"/>
              <a:t> para probar la </a:t>
            </a:r>
            <a:r>
              <a:rPr lang="es-ES" b="1" dirty="0"/>
              <a:t>generalización</a:t>
            </a:r>
            <a:r>
              <a:rPr lang="es-ES" dirty="0"/>
              <a:t> de los resultados.</a:t>
            </a:r>
          </a:p>
          <a:p>
            <a:pPr lvl="1">
              <a:buFont typeface="Arial" panose="020B0604020202020204" pitchFamily="34" charset="0"/>
              <a:buChar char="•"/>
            </a:pPr>
            <a:r>
              <a:rPr lang="es-ES" dirty="0"/>
              <a:t>Detección temprana</a:t>
            </a:r>
          </a:p>
          <a:p>
            <a:pPr marL="857250" lvl="1" indent="-400050">
              <a:buFont typeface="+mj-lt"/>
              <a:buAutoNum type="romanLcPeriod"/>
            </a:pPr>
            <a:endParaRPr lang="es-ES" dirty="0"/>
          </a:p>
          <a:p>
            <a:pPr marL="400050" indent="-400050">
              <a:buFont typeface="+mj-lt"/>
              <a:buAutoNum type="romanLcPeriod"/>
            </a:pPr>
            <a:r>
              <a:rPr lang="es-ES" dirty="0"/>
              <a:t>Aplicación en el ámbito clínico.</a:t>
            </a:r>
          </a:p>
          <a:p>
            <a:pPr marL="400050" indent="-400050">
              <a:buFont typeface="+mj-lt"/>
              <a:buAutoNum type="romanLcPeriod"/>
            </a:pPr>
            <a:r>
              <a:rPr lang="es-ES" dirty="0"/>
              <a:t>Desarrollo de aplicaciones</a:t>
            </a:r>
          </a:p>
          <a:p>
            <a:pPr lvl="1">
              <a:buFont typeface="Arial" panose="020B0604020202020204" pitchFamily="34" charset="0"/>
              <a:buChar char="•"/>
            </a:pPr>
            <a:r>
              <a:rPr lang="es-ES" dirty="0"/>
              <a:t>Desarrollar una </a:t>
            </a:r>
            <a:r>
              <a:rPr lang="es-ES" b="1" dirty="0"/>
              <a:t>plataforma de software clínico</a:t>
            </a:r>
            <a:r>
              <a:rPr lang="es-ES" dirty="0"/>
              <a:t>:</a:t>
            </a:r>
          </a:p>
          <a:p>
            <a:pPr marL="1200150" lvl="2" indent="-285750">
              <a:buFont typeface="Arial" panose="020B0604020202020204" pitchFamily="34" charset="0"/>
              <a:buChar char="•"/>
            </a:pPr>
            <a:r>
              <a:rPr lang="es-ES" dirty="0"/>
              <a:t>Integración con sistemas de </a:t>
            </a:r>
            <a:r>
              <a:rPr lang="es-ES" b="1" dirty="0"/>
              <a:t>historia clínica electrónica</a:t>
            </a:r>
            <a:r>
              <a:rPr lang="es-ES" dirty="0"/>
              <a:t>.</a:t>
            </a:r>
          </a:p>
          <a:p>
            <a:pPr marL="1200150" lvl="2" indent="-285750">
              <a:buFont typeface="Arial" panose="020B0604020202020204" pitchFamily="34" charset="0"/>
              <a:buChar char="•"/>
            </a:pPr>
            <a:r>
              <a:rPr lang="es-ES" dirty="0"/>
              <a:t>Interfaces </a:t>
            </a:r>
            <a:r>
              <a:rPr lang="es-ES" dirty="0" err="1"/>
              <a:t>intuítivas</a:t>
            </a:r>
            <a:r>
              <a:rPr lang="es-ES" dirty="0"/>
              <a:t> para uso en </a:t>
            </a:r>
            <a:r>
              <a:rPr lang="es-ES" b="1" dirty="0"/>
              <a:t>entornos clínicos</a:t>
            </a:r>
            <a:r>
              <a:rPr lang="es-ES" dirty="0"/>
              <a:t>.</a:t>
            </a:r>
          </a:p>
          <a:p>
            <a:pPr marL="0" indent="0">
              <a:buFont typeface="+mj-lt"/>
              <a:buNone/>
            </a:pPr>
            <a:endParaRPr lang="es-ES" dirty="0"/>
          </a:p>
          <a:p>
            <a:pPr marL="0" lvl="0" indent="0">
              <a:buFont typeface="Arial" panose="020B0604020202020204" pitchFamily="34" charset="0"/>
              <a:buNone/>
            </a:pPr>
            <a:endParaRPr lang="es-ES" dirty="0"/>
          </a:p>
        </p:txBody>
      </p:sp>
      <p:sp>
        <p:nvSpPr>
          <p:cNvPr id="4" name="Marcador de número de diapositiva 3"/>
          <p:cNvSpPr>
            <a:spLocks noGrp="1"/>
          </p:cNvSpPr>
          <p:nvPr>
            <p:ph type="sldNum" sz="quarter" idx="5"/>
          </p:nvPr>
        </p:nvSpPr>
        <p:spPr/>
        <p:txBody>
          <a:bodyPr/>
          <a:lstStyle/>
          <a:p>
            <a:fld id="{68C8FD0C-9B30-9D48-B99E-72576BCB1E71}" type="slidenum">
              <a:rPr lang="es-ES" smtClean="0"/>
              <a:t>21</a:t>
            </a:fld>
            <a:endParaRPr lang="es-ES"/>
          </a:p>
        </p:txBody>
      </p:sp>
    </p:spTree>
    <p:extLst>
      <p:ext uri="{BB962C8B-B14F-4D97-AF65-F5344CB8AC3E}">
        <p14:creationId xmlns:p14="http://schemas.microsoft.com/office/powerpoint/2010/main" val="24955486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Espero haber respetado el tiempo asignado, muchas gracias por su atención. Estoy a su disposición para responder cualquier duda que consideréis.</a:t>
            </a:r>
          </a:p>
          <a:p>
            <a:endParaRPr lang="es-ES" dirty="0"/>
          </a:p>
          <a:p>
            <a:endParaRPr lang="es-ES" dirty="0"/>
          </a:p>
          <a:p>
            <a:endParaRPr lang="es-ES" dirty="0"/>
          </a:p>
          <a:p>
            <a:r>
              <a:rPr lang="es-ES" dirty="0"/>
              <a:t>Tras lo presentado hasta ahora, cabe concluir que para lograr un resultado completo sería beneficioso continuar el estudio con los pasos expuestos a continuación. Para poder comparar mas favorablemente los distintos modelos es necesario obtener la media del NMAE de todos los pacientes y además calcular el MAE ya que otorgaría resultados más realistas. Además es necesario investigar el porque de los errores obtenidos a la hora de calcular los SCORES y calcular el resto de prestaciones de los </a:t>
            </a:r>
            <a:r>
              <a:rPr lang="es-ES" dirty="0" err="1"/>
              <a:t>DPMs</a:t>
            </a:r>
            <a:r>
              <a:rPr lang="es-ES" dirty="0"/>
              <a:t> para poder compararlos y observar fielmente cual es el modelo más exacto</a:t>
            </a:r>
          </a:p>
        </p:txBody>
      </p:sp>
      <p:sp>
        <p:nvSpPr>
          <p:cNvPr id="4" name="Marcador de número de diapositiva 3"/>
          <p:cNvSpPr>
            <a:spLocks noGrp="1"/>
          </p:cNvSpPr>
          <p:nvPr>
            <p:ph type="sldNum" sz="quarter" idx="5"/>
          </p:nvPr>
        </p:nvSpPr>
        <p:spPr/>
        <p:txBody>
          <a:bodyPr/>
          <a:lstStyle/>
          <a:p>
            <a:fld id="{68C8FD0C-9B30-9D48-B99E-72576BCB1E71}" type="slidenum">
              <a:rPr lang="es-ES" smtClean="0"/>
              <a:t>22</a:t>
            </a:fld>
            <a:endParaRPr lang="es-ES"/>
          </a:p>
        </p:txBody>
      </p:sp>
    </p:spTree>
    <p:extLst>
      <p:ext uri="{BB962C8B-B14F-4D97-AF65-F5344CB8AC3E}">
        <p14:creationId xmlns:p14="http://schemas.microsoft.com/office/powerpoint/2010/main" val="18647715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Buenos días, me llamo Raquel Roca Pereira y hoy os vengo a presentar mi TFG titulado: </a:t>
            </a:r>
            <a:r>
              <a:rPr lang="es-ES" sz="1200" dirty="0"/>
              <a:t>DESARROLLO DE MODELOS DE LA PROGRESIÓN DEL DECLIVE COGNITIVO EN PACIENTES CON LA ENFERMEDAD DEL PARKINSON MEDIANTE LEASPY</a:t>
            </a:r>
          </a:p>
          <a:p>
            <a:endParaRPr lang="es-ES" dirty="0"/>
          </a:p>
        </p:txBody>
      </p:sp>
      <p:sp>
        <p:nvSpPr>
          <p:cNvPr id="4" name="Marcador de número de diapositiva 3"/>
          <p:cNvSpPr>
            <a:spLocks noGrp="1"/>
          </p:cNvSpPr>
          <p:nvPr>
            <p:ph type="sldNum" sz="quarter" idx="5"/>
          </p:nvPr>
        </p:nvSpPr>
        <p:spPr/>
        <p:txBody>
          <a:bodyPr/>
          <a:lstStyle/>
          <a:p>
            <a:fld id="{68C8FD0C-9B30-9D48-B99E-72576BCB1E71}" type="slidenum">
              <a:rPr lang="es-ES" smtClean="0"/>
              <a:t>23</a:t>
            </a:fld>
            <a:endParaRPr lang="es-ES"/>
          </a:p>
        </p:txBody>
      </p:sp>
    </p:spTree>
    <p:extLst>
      <p:ext uri="{BB962C8B-B14F-4D97-AF65-F5344CB8AC3E}">
        <p14:creationId xmlns:p14="http://schemas.microsoft.com/office/powerpoint/2010/main" val="11407875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628557"/>
            <a:ext cx="6858000" cy="2387600"/>
          </a:xfrm>
        </p:spPr>
        <p:txBody>
          <a:bodyPr anchor="b"/>
          <a:lstStyle>
            <a:lvl1pPr algn="ctr">
              <a:defRPr sz="45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4238863"/>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lvl1pPr>
              <a:defRPr sz="1200"/>
            </a:lvl1pPr>
          </a:lstStyle>
          <a:p>
            <a:fld id="{5AFC6427-0976-6C4C-8DA3-E04201102228}" type="datetime1">
              <a:rPr lang="es-ES" smtClean="0"/>
              <a:pPr/>
              <a:t>17/09/2024</a:t>
            </a:fld>
            <a:endParaRPr lang="es-ES" dirty="0"/>
          </a:p>
        </p:txBody>
      </p:sp>
      <p:sp>
        <p:nvSpPr>
          <p:cNvPr id="5" name="Footer Placeholder 4"/>
          <p:cNvSpPr>
            <a:spLocks noGrp="1"/>
          </p:cNvSpPr>
          <p:nvPr>
            <p:ph type="ftr" sz="quarter" idx="11"/>
          </p:nvPr>
        </p:nvSpPr>
        <p:spPr/>
        <p:txBody>
          <a:bodyPr/>
          <a:lstStyle>
            <a:lvl1pPr>
              <a:defRPr sz="1200"/>
            </a:lvl1pPr>
          </a:lstStyle>
          <a:p>
            <a:endParaRPr lang="es-ES" dirty="0"/>
          </a:p>
        </p:txBody>
      </p:sp>
      <p:sp>
        <p:nvSpPr>
          <p:cNvPr id="6" name="Slide Number Placeholder 5"/>
          <p:cNvSpPr>
            <a:spLocks noGrp="1"/>
          </p:cNvSpPr>
          <p:nvPr>
            <p:ph type="sldNum" sz="quarter" idx="12"/>
          </p:nvPr>
        </p:nvSpPr>
        <p:spPr/>
        <p:txBody>
          <a:bodyPr/>
          <a:lstStyle>
            <a:lvl1pPr>
              <a:defRPr sz="1200"/>
            </a:lvl1pPr>
          </a:lstStyle>
          <a:p>
            <a:fld id="{A59C5ADF-E1AA-1B44-878A-2B73B5F70500}" type="slidenum">
              <a:rPr lang="es-ES" smtClean="0"/>
              <a:pPr/>
              <a:t>‹#›</a:t>
            </a:fld>
            <a:endParaRPr lang="es-ES" dirty="0"/>
          </a:p>
        </p:txBody>
      </p:sp>
      <p:sp>
        <p:nvSpPr>
          <p:cNvPr id="7" name="Title 1">
            <a:extLst>
              <a:ext uri="{FF2B5EF4-FFF2-40B4-BE49-F238E27FC236}">
                <a16:creationId xmlns:a16="http://schemas.microsoft.com/office/drawing/2014/main" id="{1266D6FA-8351-C24C-8F1F-FC1AA035932A}"/>
              </a:ext>
            </a:extLst>
          </p:cNvPr>
          <p:cNvSpPr txBox="1">
            <a:spLocks/>
          </p:cNvSpPr>
          <p:nvPr userDrawn="1"/>
        </p:nvSpPr>
        <p:spPr>
          <a:xfrm>
            <a:off x="2582635" y="215894"/>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2000" dirty="0">
                <a:solidFill>
                  <a:schemeClr val="tx1"/>
                </a:solidFill>
              </a:rPr>
              <a:t>Universidad Politécnica de Madrid</a:t>
            </a:r>
            <a:endParaRPr lang="en-US" sz="2000" dirty="0">
              <a:solidFill>
                <a:schemeClr val="tx1"/>
              </a:solidFill>
            </a:endParaRPr>
          </a:p>
        </p:txBody>
      </p:sp>
      <p:sp>
        <p:nvSpPr>
          <p:cNvPr id="8" name="Title 1">
            <a:extLst>
              <a:ext uri="{FF2B5EF4-FFF2-40B4-BE49-F238E27FC236}">
                <a16:creationId xmlns:a16="http://schemas.microsoft.com/office/drawing/2014/main" id="{E9480F65-A19F-A542-B834-651A07EDEB46}"/>
              </a:ext>
            </a:extLst>
          </p:cNvPr>
          <p:cNvSpPr txBox="1">
            <a:spLocks/>
          </p:cNvSpPr>
          <p:nvPr userDrawn="1"/>
        </p:nvSpPr>
        <p:spPr>
          <a:xfrm>
            <a:off x="2582635" y="486379"/>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1800" dirty="0">
                <a:solidFill>
                  <a:srgbClr val="656769"/>
                </a:solidFill>
              </a:rPr>
              <a:t>E. T. S. Ingeniería y Diseño Industrial</a:t>
            </a:r>
            <a:endParaRPr lang="en-US" sz="1800" dirty="0">
              <a:solidFill>
                <a:srgbClr val="656769"/>
              </a:solidFill>
            </a:endParaRPr>
          </a:p>
        </p:txBody>
      </p:sp>
      <p:pic>
        <p:nvPicPr>
          <p:cNvPr id="9" name="Picture 2" descr="http://www.upm.es/canalUPM/archivo/imagenes/logos/color/logocei.png">
            <a:extLst>
              <a:ext uri="{FF2B5EF4-FFF2-40B4-BE49-F238E27FC236}">
                <a16:creationId xmlns:a16="http://schemas.microsoft.com/office/drawing/2014/main" id="{2A716F41-4666-BF45-8839-F5A41DFE465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6633" y="-301957"/>
            <a:ext cx="1970099" cy="160824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http://www.etsidi.upm.es/sfs/E.U.I.T.%20Industrial/ADMIN/IMAGENES/LOGOS%20act.NOV2014/LogoETSIDI-mediano.png">
            <a:extLst>
              <a:ext uri="{FF2B5EF4-FFF2-40B4-BE49-F238E27FC236}">
                <a16:creationId xmlns:a16="http://schemas.microsoft.com/office/drawing/2014/main" id="{14951147-5FDF-AC41-A478-905D4D34428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635807" y="224090"/>
            <a:ext cx="1400788" cy="624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6082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iapositiva de título (encabezado simpl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628557"/>
            <a:ext cx="6858000" cy="2387600"/>
          </a:xfrm>
        </p:spPr>
        <p:txBody>
          <a:bodyPr anchor="b"/>
          <a:lstStyle>
            <a:lvl1pPr algn="ctr">
              <a:defRPr sz="45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4238863"/>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lvl1pPr>
              <a:defRPr sz="1200"/>
            </a:lvl1pPr>
          </a:lstStyle>
          <a:p>
            <a:fld id="{5AFC6427-0976-6C4C-8DA3-E04201102228}" type="datetime1">
              <a:rPr lang="es-ES" smtClean="0"/>
              <a:pPr/>
              <a:t>17/09/2024</a:t>
            </a:fld>
            <a:endParaRPr lang="es-ES" dirty="0"/>
          </a:p>
        </p:txBody>
      </p:sp>
      <p:sp>
        <p:nvSpPr>
          <p:cNvPr id="5" name="Footer Placeholder 4"/>
          <p:cNvSpPr>
            <a:spLocks noGrp="1"/>
          </p:cNvSpPr>
          <p:nvPr>
            <p:ph type="ftr" sz="quarter" idx="11"/>
          </p:nvPr>
        </p:nvSpPr>
        <p:spPr/>
        <p:txBody>
          <a:bodyPr/>
          <a:lstStyle>
            <a:lvl1pPr>
              <a:defRPr sz="1200"/>
            </a:lvl1pPr>
          </a:lstStyle>
          <a:p>
            <a:endParaRPr lang="es-ES" dirty="0"/>
          </a:p>
        </p:txBody>
      </p:sp>
      <p:sp>
        <p:nvSpPr>
          <p:cNvPr id="6" name="Slide Number Placeholder 5"/>
          <p:cNvSpPr>
            <a:spLocks noGrp="1"/>
          </p:cNvSpPr>
          <p:nvPr>
            <p:ph type="sldNum" sz="quarter" idx="12"/>
          </p:nvPr>
        </p:nvSpPr>
        <p:spPr/>
        <p:txBody>
          <a:bodyPr/>
          <a:lstStyle>
            <a:lvl1pPr>
              <a:defRPr sz="1200"/>
            </a:lvl1pPr>
          </a:lstStyle>
          <a:p>
            <a:fld id="{A59C5ADF-E1AA-1B44-878A-2B73B5F70500}" type="slidenum">
              <a:rPr lang="es-ES" smtClean="0"/>
              <a:pPr/>
              <a:t>‹#›</a:t>
            </a:fld>
            <a:endParaRPr lang="es-ES" dirty="0"/>
          </a:p>
        </p:txBody>
      </p:sp>
      <p:pic>
        <p:nvPicPr>
          <p:cNvPr id="7" name="Picture 4" descr="http://www.etsidi.upm.es/sfs/E.U.I.T.%20Industrial/ADMIN/IMAGENES/LOGOS%20act.NOV2014/LogoETSIDI-mediano.png">
            <a:extLst>
              <a:ext uri="{FF2B5EF4-FFF2-40B4-BE49-F238E27FC236}">
                <a16:creationId xmlns:a16="http://schemas.microsoft.com/office/drawing/2014/main" id="{0B19860A-C2EF-DD4C-B97F-92842E5BFDC8}"/>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46867" y="321315"/>
            <a:ext cx="1060886" cy="473341"/>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C9790CCE-A4D9-8648-86C1-5ABF4FF065B3}"/>
              </a:ext>
            </a:extLst>
          </p:cNvPr>
          <p:cNvPicPr>
            <a:picLocks noChangeAspect="1"/>
          </p:cNvPicPr>
          <p:nvPr userDrawn="1"/>
        </p:nvPicPr>
        <p:blipFill>
          <a:blip r:embed="rId3"/>
          <a:stretch>
            <a:fillRect/>
          </a:stretch>
        </p:blipFill>
        <p:spPr>
          <a:xfrm>
            <a:off x="76200" y="176060"/>
            <a:ext cx="903514" cy="695146"/>
          </a:xfrm>
          <a:prstGeom prst="rect">
            <a:avLst/>
          </a:prstGeom>
        </p:spPr>
      </p:pic>
      <p:sp>
        <p:nvSpPr>
          <p:cNvPr id="9" name="Título 8">
            <a:extLst>
              <a:ext uri="{FF2B5EF4-FFF2-40B4-BE49-F238E27FC236}">
                <a16:creationId xmlns:a16="http://schemas.microsoft.com/office/drawing/2014/main" id="{03F1C8EC-C233-4843-9F17-EF9E65C86361}"/>
              </a:ext>
            </a:extLst>
          </p:cNvPr>
          <p:cNvSpPr txBox="1">
            <a:spLocks/>
          </p:cNvSpPr>
          <p:nvPr userDrawn="1"/>
        </p:nvSpPr>
        <p:spPr>
          <a:xfrm>
            <a:off x="1068400" y="112505"/>
            <a:ext cx="6777292" cy="9177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s-ES" dirty="0"/>
              <a:t>Título</a:t>
            </a:r>
          </a:p>
        </p:txBody>
      </p:sp>
    </p:spTree>
    <p:extLst>
      <p:ext uri="{BB962C8B-B14F-4D97-AF65-F5344CB8AC3E}">
        <p14:creationId xmlns:p14="http://schemas.microsoft.com/office/powerpoint/2010/main" val="688379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628650" y="1164741"/>
            <a:ext cx="7886700" cy="917763"/>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628650" y="2183643"/>
            <a:ext cx="7886700" cy="3923243"/>
          </a:xfrm>
        </p:spPr>
        <p:txBody>
          <a:body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3F42EEB-F1F8-DD4B-AAB7-A94648247708}" type="datetime1">
              <a:rPr lang="es-ES" smtClean="0"/>
              <a:t>17/09/2024</a:t>
            </a:fld>
            <a:endParaRPr lang="es-ES"/>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A59C5ADF-E1AA-1B44-878A-2B73B5F70500}" type="slidenum">
              <a:rPr lang="es-ES" smtClean="0"/>
              <a:t>‹#›</a:t>
            </a:fld>
            <a:endParaRPr lang="es-ES"/>
          </a:p>
        </p:txBody>
      </p:sp>
      <p:sp>
        <p:nvSpPr>
          <p:cNvPr id="7" name="Title 1">
            <a:extLst>
              <a:ext uri="{FF2B5EF4-FFF2-40B4-BE49-F238E27FC236}">
                <a16:creationId xmlns:a16="http://schemas.microsoft.com/office/drawing/2014/main" id="{E328C223-77D7-8845-9B0E-412CAAF1F76C}"/>
              </a:ext>
            </a:extLst>
          </p:cNvPr>
          <p:cNvSpPr txBox="1">
            <a:spLocks/>
          </p:cNvSpPr>
          <p:nvPr userDrawn="1"/>
        </p:nvSpPr>
        <p:spPr>
          <a:xfrm>
            <a:off x="2582635" y="215894"/>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2000" dirty="0">
                <a:solidFill>
                  <a:schemeClr val="tx1"/>
                </a:solidFill>
              </a:rPr>
              <a:t>Universidad Politécnica de Madrid</a:t>
            </a:r>
            <a:endParaRPr lang="en-US" sz="2000" dirty="0">
              <a:solidFill>
                <a:schemeClr val="tx1"/>
              </a:solidFill>
            </a:endParaRPr>
          </a:p>
        </p:txBody>
      </p:sp>
      <p:sp>
        <p:nvSpPr>
          <p:cNvPr id="8" name="Title 1">
            <a:extLst>
              <a:ext uri="{FF2B5EF4-FFF2-40B4-BE49-F238E27FC236}">
                <a16:creationId xmlns:a16="http://schemas.microsoft.com/office/drawing/2014/main" id="{54FB4D72-A6BF-EA4A-BC1C-7673221BEAE2}"/>
              </a:ext>
            </a:extLst>
          </p:cNvPr>
          <p:cNvSpPr txBox="1">
            <a:spLocks/>
          </p:cNvSpPr>
          <p:nvPr userDrawn="1"/>
        </p:nvSpPr>
        <p:spPr>
          <a:xfrm>
            <a:off x="2582635" y="486379"/>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1800" dirty="0">
                <a:solidFill>
                  <a:srgbClr val="656769"/>
                </a:solidFill>
              </a:rPr>
              <a:t>E. T. S. Ingeniería y Diseño Industrial</a:t>
            </a:r>
            <a:endParaRPr lang="en-US" sz="1800" dirty="0">
              <a:solidFill>
                <a:srgbClr val="656769"/>
              </a:solidFill>
            </a:endParaRPr>
          </a:p>
        </p:txBody>
      </p:sp>
      <p:pic>
        <p:nvPicPr>
          <p:cNvPr id="9" name="Picture 2" descr="http://www.upm.es/canalUPM/archivo/imagenes/logos/color/logocei.png">
            <a:extLst>
              <a:ext uri="{FF2B5EF4-FFF2-40B4-BE49-F238E27FC236}">
                <a16:creationId xmlns:a16="http://schemas.microsoft.com/office/drawing/2014/main" id="{ABBC93B7-4AD1-204E-8D07-D7C828A5238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6633" y="-301957"/>
            <a:ext cx="1970099" cy="160824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http://www.etsidi.upm.es/sfs/E.U.I.T.%20Industrial/ADMIN/IMAGENES/LOGOS%20act.NOV2014/LogoETSIDI-mediano.png">
            <a:extLst>
              <a:ext uri="{FF2B5EF4-FFF2-40B4-BE49-F238E27FC236}">
                <a16:creationId xmlns:a16="http://schemas.microsoft.com/office/drawing/2014/main" id="{2F633D51-7F39-6141-A135-E9F4D98557A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635807" y="224090"/>
            <a:ext cx="1400788" cy="624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10823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y objetos (encabezado simple)">
    <p:spTree>
      <p:nvGrpSpPr>
        <p:cNvPr id="1" name=""/>
        <p:cNvGrpSpPr/>
        <p:nvPr/>
      </p:nvGrpSpPr>
      <p:grpSpPr>
        <a:xfrm>
          <a:off x="0" y="0"/>
          <a:ext cx="0" cy="0"/>
          <a:chOff x="0" y="0"/>
          <a:chExt cx="0" cy="0"/>
        </a:xfrm>
      </p:grpSpPr>
      <p:sp>
        <p:nvSpPr>
          <p:cNvPr id="2" name="Title 1"/>
          <p:cNvSpPr>
            <a:spLocks noGrp="1"/>
          </p:cNvSpPr>
          <p:nvPr>
            <p:ph type="title"/>
          </p:nvPr>
        </p:nvSpPr>
        <p:spPr>
          <a:xfrm>
            <a:off x="628650" y="1164741"/>
            <a:ext cx="7886700" cy="917763"/>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628650" y="2183643"/>
            <a:ext cx="7886700" cy="3923243"/>
          </a:xfrm>
        </p:spPr>
        <p:txBody>
          <a:body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3F42EEB-F1F8-DD4B-AAB7-A94648247708}" type="datetime1">
              <a:rPr lang="es-ES" smtClean="0"/>
              <a:t>17/09/2024</a:t>
            </a:fld>
            <a:endParaRPr lang="es-ES"/>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A59C5ADF-E1AA-1B44-878A-2B73B5F70500}" type="slidenum">
              <a:rPr lang="es-ES" smtClean="0"/>
              <a:t>‹#›</a:t>
            </a:fld>
            <a:endParaRPr lang="es-ES"/>
          </a:p>
        </p:txBody>
      </p:sp>
      <p:pic>
        <p:nvPicPr>
          <p:cNvPr id="7" name="Picture 4" descr="http://www.etsidi.upm.es/sfs/E.U.I.T.%20Industrial/ADMIN/IMAGENES/LOGOS%20act.NOV2014/LogoETSIDI-mediano.png">
            <a:extLst>
              <a:ext uri="{FF2B5EF4-FFF2-40B4-BE49-F238E27FC236}">
                <a16:creationId xmlns:a16="http://schemas.microsoft.com/office/drawing/2014/main" id="{810D2D89-CA15-CA46-931E-342541F7074D}"/>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46867" y="321315"/>
            <a:ext cx="1060886" cy="473341"/>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A04E48A3-0B8A-E747-AA8B-BF760BFB6CCC}"/>
              </a:ext>
            </a:extLst>
          </p:cNvPr>
          <p:cNvPicPr>
            <a:picLocks noChangeAspect="1"/>
          </p:cNvPicPr>
          <p:nvPr userDrawn="1"/>
        </p:nvPicPr>
        <p:blipFill>
          <a:blip r:embed="rId3"/>
          <a:stretch>
            <a:fillRect/>
          </a:stretch>
        </p:blipFill>
        <p:spPr>
          <a:xfrm>
            <a:off x="76200" y="176060"/>
            <a:ext cx="903514" cy="695146"/>
          </a:xfrm>
          <a:prstGeom prst="rect">
            <a:avLst/>
          </a:prstGeom>
        </p:spPr>
      </p:pic>
      <p:sp>
        <p:nvSpPr>
          <p:cNvPr id="9" name="Título 8">
            <a:extLst>
              <a:ext uri="{FF2B5EF4-FFF2-40B4-BE49-F238E27FC236}">
                <a16:creationId xmlns:a16="http://schemas.microsoft.com/office/drawing/2014/main" id="{E1266CB2-99C1-3E48-B6D6-8C664A614BEF}"/>
              </a:ext>
            </a:extLst>
          </p:cNvPr>
          <p:cNvSpPr txBox="1">
            <a:spLocks/>
          </p:cNvSpPr>
          <p:nvPr userDrawn="1"/>
        </p:nvSpPr>
        <p:spPr>
          <a:xfrm>
            <a:off x="1068400" y="112505"/>
            <a:ext cx="6777292" cy="9177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s-ES"/>
              <a:t>Título</a:t>
            </a:r>
            <a:endParaRPr lang="es-ES" dirty="0"/>
          </a:p>
        </p:txBody>
      </p:sp>
    </p:spTree>
    <p:extLst>
      <p:ext uri="{BB962C8B-B14F-4D97-AF65-F5344CB8AC3E}">
        <p14:creationId xmlns:p14="http://schemas.microsoft.com/office/powerpoint/2010/main" val="3341990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628650" y="1266373"/>
            <a:ext cx="7886700" cy="774702"/>
          </a:xfrm>
        </p:spPr>
        <p:txBody>
          <a:bodyPr/>
          <a:lstStyle/>
          <a:p>
            <a:r>
              <a:rPr lang="es-ES"/>
              <a:t>Haga clic para modificar el estilo de título del patrón</a:t>
            </a:r>
            <a:endParaRPr lang="en-US" dirty="0"/>
          </a:p>
        </p:txBody>
      </p:sp>
      <p:sp>
        <p:nvSpPr>
          <p:cNvPr id="3" name="Content Placeholder 2"/>
          <p:cNvSpPr>
            <a:spLocks noGrp="1"/>
          </p:cNvSpPr>
          <p:nvPr>
            <p:ph sz="half" idx="1" hasCustomPrompt="1"/>
          </p:nvPr>
        </p:nvSpPr>
        <p:spPr>
          <a:xfrm>
            <a:off x="628650" y="2111152"/>
            <a:ext cx="3886200" cy="3950957"/>
          </a:xfrm>
        </p:spPr>
        <p:txBody>
          <a:bodyPr/>
          <a:lstStyle/>
          <a:p>
            <a:pPr lvl="0"/>
            <a:r>
              <a:rPr lang="es-ES" dirty="0"/>
              <a:t>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Content Placeholder 3"/>
          <p:cNvSpPr>
            <a:spLocks noGrp="1"/>
          </p:cNvSpPr>
          <p:nvPr>
            <p:ph sz="half" idx="2"/>
          </p:nvPr>
        </p:nvSpPr>
        <p:spPr>
          <a:xfrm>
            <a:off x="4629150" y="2132244"/>
            <a:ext cx="3886200" cy="3950957"/>
          </a:xfrm>
        </p:spPr>
        <p:txBody>
          <a:body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922F0E6B-C4B5-E449-A7C0-9BFBA104E998}" type="datetime1">
              <a:rPr lang="es-ES" smtClean="0"/>
              <a:t>17/09/2024</a:t>
            </a:fld>
            <a:endParaRPr lang="es-ES"/>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A59C5ADF-E1AA-1B44-878A-2B73B5F70500}" type="slidenum">
              <a:rPr lang="es-ES" smtClean="0"/>
              <a:t>‹#›</a:t>
            </a:fld>
            <a:endParaRPr lang="es-ES"/>
          </a:p>
        </p:txBody>
      </p:sp>
      <p:sp>
        <p:nvSpPr>
          <p:cNvPr id="8" name="Title 1">
            <a:extLst>
              <a:ext uri="{FF2B5EF4-FFF2-40B4-BE49-F238E27FC236}">
                <a16:creationId xmlns:a16="http://schemas.microsoft.com/office/drawing/2014/main" id="{C05618A8-098C-3C44-A0E8-626F438F662C}"/>
              </a:ext>
            </a:extLst>
          </p:cNvPr>
          <p:cNvSpPr txBox="1">
            <a:spLocks/>
          </p:cNvSpPr>
          <p:nvPr userDrawn="1"/>
        </p:nvSpPr>
        <p:spPr>
          <a:xfrm>
            <a:off x="2582635" y="215894"/>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2000" dirty="0">
                <a:solidFill>
                  <a:schemeClr val="tx1"/>
                </a:solidFill>
              </a:rPr>
              <a:t>Universidad Politécnica de Madrid</a:t>
            </a:r>
            <a:endParaRPr lang="en-US" sz="2000" dirty="0">
              <a:solidFill>
                <a:schemeClr val="tx1"/>
              </a:solidFill>
            </a:endParaRPr>
          </a:p>
        </p:txBody>
      </p:sp>
      <p:sp>
        <p:nvSpPr>
          <p:cNvPr id="9" name="Title 1">
            <a:extLst>
              <a:ext uri="{FF2B5EF4-FFF2-40B4-BE49-F238E27FC236}">
                <a16:creationId xmlns:a16="http://schemas.microsoft.com/office/drawing/2014/main" id="{B7C28D39-B061-5141-987F-6EB53A79EE70}"/>
              </a:ext>
            </a:extLst>
          </p:cNvPr>
          <p:cNvSpPr txBox="1">
            <a:spLocks/>
          </p:cNvSpPr>
          <p:nvPr userDrawn="1"/>
        </p:nvSpPr>
        <p:spPr>
          <a:xfrm>
            <a:off x="2582635" y="486379"/>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1800" dirty="0">
                <a:solidFill>
                  <a:srgbClr val="656769"/>
                </a:solidFill>
              </a:rPr>
              <a:t>E. T. S. Ingeniería y Diseño Industrial</a:t>
            </a:r>
            <a:endParaRPr lang="en-US" sz="1800" dirty="0">
              <a:solidFill>
                <a:srgbClr val="656769"/>
              </a:solidFill>
            </a:endParaRPr>
          </a:p>
        </p:txBody>
      </p:sp>
      <p:pic>
        <p:nvPicPr>
          <p:cNvPr id="10" name="Picture 2" descr="http://www.upm.es/canalUPM/archivo/imagenes/logos/color/logocei.png">
            <a:extLst>
              <a:ext uri="{FF2B5EF4-FFF2-40B4-BE49-F238E27FC236}">
                <a16:creationId xmlns:a16="http://schemas.microsoft.com/office/drawing/2014/main" id="{96E4F5C1-7020-F24C-B714-4960C92F9FE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6633" y="-301957"/>
            <a:ext cx="1970099" cy="160824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http://www.etsidi.upm.es/sfs/E.U.I.T.%20Industrial/ADMIN/IMAGENES/LOGOS%20act.NOV2014/LogoETSIDI-mediano.png">
            <a:extLst>
              <a:ext uri="{FF2B5EF4-FFF2-40B4-BE49-F238E27FC236}">
                <a16:creationId xmlns:a16="http://schemas.microsoft.com/office/drawing/2014/main" id="{E5A9748C-C864-5342-B5F0-01BEDD19C460}"/>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635807" y="224090"/>
            <a:ext cx="1400788" cy="624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2922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os objetos (encabezado simple)">
    <p:spTree>
      <p:nvGrpSpPr>
        <p:cNvPr id="1" name=""/>
        <p:cNvGrpSpPr/>
        <p:nvPr/>
      </p:nvGrpSpPr>
      <p:grpSpPr>
        <a:xfrm>
          <a:off x="0" y="0"/>
          <a:ext cx="0" cy="0"/>
          <a:chOff x="0" y="0"/>
          <a:chExt cx="0" cy="0"/>
        </a:xfrm>
      </p:grpSpPr>
      <p:sp>
        <p:nvSpPr>
          <p:cNvPr id="2" name="Title 1"/>
          <p:cNvSpPr>
            <a:spLocks noGrp="1"/>
          </p:cNvSpPr>
          <p:nvPr>
            <p:ph type="title"/>
          </p:nvPr>
        </p:nvSpPr>
        <p:spPr>
          <a:xfrm>
            <a:off x="628650" y="1266373"/>
            <a:ext cx="7886700" cy="774702"/>
          </a:xfrm>
        </p:spPr>
        <p:txBody>
          <a:bodyPr/>
          <a:lstStyle/>
          <a:p>
            <a:r>
              <a:rPr lang="es-ES"/>
              <a:t>Haga clic para modificar el estilo de título del patrón</a:t>
            </a:r>
            <a:endParaRPr lang="en-US" dirty="0"/>
          </a:p>
        </p:txBody>
      </p:sp>
      <p:sp>
        <p:nvSpPr>
          <p:cNvPr id="3" name="Content Placeholder 2"/>
          <p:cNvSpPr>
            <a:spLocks noGrp="1"/>
          </p:cNvSpPr>
          <p:nvPr>
            <p:ph sz="half" idx="1" hasCustomPrompt="1"/>
          </p:nvPr>
        </p:nvSpPr>
        <p:spPr>
          <a:xfrm>
            <a:off x="628650" y="2111152"/>
            <a:ext cx="3886200" cy="3950957"/>
          </a:xfrm>
        </p:spPr>
        <p:txBody>
          <a:bodyPr/>
          <a:lstStyle/>
          <a:p>
            <a:pPr lvl="0"/>
            <a:r>
              <a:rPr lang="es-ES" dirty="0"/>
              <a:t>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Content Placeholder 3"/>
          <p:cNvSpPr>
            <a:spLocks noGrp="1"/>
          </p:cNvSpPr>
          <p:nvPr>
            <p:ph sz="half" idx="2"/>
          </p:nvPr>
        </p:nvSpPr>
        <p:spPr>
          <a:xfrm>
            <a:off x="4629150" y="2132244"/>
            <a:ext cx="3886200" cy="3950957"/>
          </a:xfrm>
        </p:spPr>
        <p:txBody>
          <a:body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922F0E6B-C4B5-E449-A7C0-9BFBA104E998}" type="datetime1">
              <a:rPr lang="es-ES" smtClean="0"/>
              <a:t>17/09/2024</a:t>
            </a:fld>
            <a:endParaRPr lang="es-ES"/>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A59C5ADF-E1AA-1B44-878A-2B73B5F70500}" type="slidenum">
              <a:rPr lang="es-ES" smtClean="0"/>
              <a:t>‹#›</a:t>
            </a:fld>
            <a:endParaRPr lang="es-ES"/>
          </a:p>
        </p:txBody>
      </p:sp>
      <p:pic>
        <p:nvPicPr>
          <p:cNvPr id="8" name="Picture 4" descr="http://www.etsidi.upm.es/sfs/E.U.I.T.%20Industrial/ADMIN/IMAGENES/LOGOS%20act.NOV2014/LogoETSIDI-mediano.png">
            <a:extLst>
              <a:ext uri="{FF2B5EF4-FFF2-40B4-BE49-F238E27FC236}">
                <a16:creationId xmlns:a16="http://schemas.microsoft.com/office/drawing/2014/main" id="{77DA3C95-EC36-194B-8553-BA790F5C8C2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46867" y="321315"/>
            <a:ext cx="1060886" cy="473341"/>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n 8">
            <a:extLst>
              <a:ext uri="{FF2B5EF4-FFF2-40B4-BE49-F238E27FC236}">
                <a16:creationId xmlns:a16="http://schemas.microsoft.com/office/drawing/2014/main" id="{098B2592-2D7F-B04C-9750-D7DD0A692262}"/>
              </a:ext>
            </a:extLst>
          </p:cNvPr>
          <p:cNvPicPr>
            <a:picLocks noChangeAspect="1"/>
          </p:cNvPicPr>
          <p:nvPr userDrawn="1"/>
        </p:nvPicPr>
        <p:blipFill>
          <a:blip r:embed="rId3"/>
          <a:stretch>
            <a:fillRect/>
          </a:stretch>
        </p:blipFill>
        <p:spPr>
          <a:xfrm>
            <a:off x="76200" y="176060"/>
            <a:ext cx="903514" cy="695146"/>
          </a:xfrm>
          <a:prstGeom prst="rect">
            <a:avLst/>
          </a:prstGeom>
        </p:spPr>
      </p:pic>
      <p:sp>
        <p:nvSpPr>
          <p:cNvPr id="10" name="Título 8">
            <a:extLst>
              <a:ext uri="{FF2B5EF4-FFF2-40B4-BE49-F238E27FC236}">
                <a16:creationId xmlns:a16="http://schemas.microsoft.com/office/drawing/2014/main" id="{FBD6ED47-2B2A-0449-B27E-1F64B8C0080F}"/>
              </a:ext>
            </a:extLst>
          </p:cNvPr>
          <p:cNvSpPr txBox="1">
            <a:spLocks/>
          </p:cNvSpPr>
          <p:nvPr userDrawn="1"/>
        </p:nvSpPr>
        <p:spPr>
          <a:xfrm>
            <a:off x="1068400" y="112505"/>
            <a:ext cx="6777292" cy="9177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s-ES"/>
              <a:t>Título</a:t>
            </a:r>
            <a:endParaRPr lang="es-ES" dirty="0"/>
          </a:p>
        </p:txBody>
      </p:sp>
    </p:spTree>
    <p:extLst>
      <p:ext uri="{BB962C8B-B14F-4D97-AF65-F5344CB8AC3E}">
        <p14:creationId xmlns:p14="http://schemas.microsoft.com/office/powerpoint/2010/main" val="477918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28650" y="2878296"/>
            <a:ext cx="7886700" cy="1101409"/>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3FDBEBB0-4EB7-7947-B477-4C0CFA8DEDBF}" type="datetime1">
              <a:rPr lang="es-ES" smtClean="0"/>
              <a:t>17/09/2024</a:t>
            </a:fld>
            <a:endParaRPr lang="es-ES"/>
          </a:p>
        </p:txBody>
      </p:sp>
      <p:sp>
        <p:nvSpPr>
          <p:cNvPr id="4" name="Footer Placeholder 3"/>
          <p:cNvSpPr>
            <a:spLocks noGrp="1"/>
          </p:cNvSpPr>
          <p:nvPr>
            <p:ph type="ftr" sz="quarter" idx="11"/>
          </p:nvPr>
        </p:nvSpPr>
        <p:spPr/>
        <p:txBody>
          <a:bodyPr/>
          <a:lstStyle/>
          <a:p>
            <a:endParaRPr lang="es-ES" dirty="0"/>
          </a:p>
        </p:txBody>
      </p:sp>
      <p:sp>
        <p:nvSpPr>
          <p:cNvPr id="5" name="Slide Number Placeholder 4"/>
          <p:cNvSpPr>
            <a:spLocks noGrp="1"/>
          </p:cNvSpPr>
          <p:nvPr>
            <p:ph type="sldNum" sz="quarter" idx="12"/>
          </p:nvPr>
        </p:nvSpPr>
        <p:spPr/>
        <p:txBody>
          <a:bodyPr/>
          <a:lstStyle/>
          <a:p>
            <a:fld id="{A59C5ADF-E1AA-1B44-878A-2B73B5F70500}" type="slidenum">
              <a:rPr lang="es-ES" smtClean="0"/>
              <a:t>‹#›</a:t>
            </a:fld>
            <a:endParaRPr lang="es-ES"/>
          </a:p>
        </p:txBody>
      </p:sp>
      <p:sp>
        <p:nvSpPr>
          <p:cNvPr id="6" name="Title 1">
            <a:extLst>
              <a:ext uri="{FF2B5EF4-FFF2-40B4-BE49-F238E27FC236}">
                <a16:creationId xmlns:a16="http://schemas.microsoft.com/office/drawing/2014/main" id="{56F45A5F-9072-494F-BB47-0A6F1AC64AF9}"/>
              </a:ext>
            </a:extLst>
          </p:cNvPr>
          <p:cNvSpPr txBox="1">
            <a:spLocks/>
          </p:cNvSpPr>
          <p:nvPr userDrawn="1"/>
        </p:nvSpPr>
        <p:spPr>
          <a:xfrm>
            <a:off x="2582635" y="215894"/>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2000" dirty="0">
                <a:solidFill>
                  <a:schemeClr val="tx1"/>
                </a:solidFill>
              </a:rPr>
              <a:t>Universidad Politécnica de Madrid</a:t>
            </a:r>
            <a:endParaRPr lang="en-US" sz="2000" dirty="0">
              <a:solidFill>
                <a:schemeClr val="tx1"/>
              </a:solidFill>
            </a:endParaRPr>
          </a:p>
        </p:txBody>
      </p:sp>
      <p:sp>
        <p:nvSpPr>
          <p:cNvPr id="7" name="Title 1">
            <a:extLst>
              <a:ext uri="{FF2B5EF4-FFF2-40B4-BE49-F238E27FC236}">
                <a16:creationId xmlns:a16="http://schemas.microsoft.com/office/drawing/2014/main" id="{C60B5BB5-B97C-5C47-9339-ACA05DCE58E3}"/>
              </a:ext>
            </a:extLst>
          </p:cNvPr>
          <p:cNvSpPr txBox="1">
            <a:spLocks/>
          </p:cNvSpPr>
          <p:nvPr userDrawn="1"/>
        </p:nvSpPr>
        <p:spPr>
          <a:xfrm>
            <a:off x="2582635" y="486379"/>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1800" dirty="0">
                <a:solidFill>
                  <a:srgbClr val="656769"/>
                </a:solidFill>
              </a:rPr>
              <a:t>E. T. S. Ingeniería y Diseño Industrial</a:t>
            </a:r>
            <a:endParaRPr lang="en-US" sz="1800" dirty="0">
              <a:solidFill>
                <a:srgbClr val="656769"/>
              </a:solidFill>
            </a:endParaRPr>
          </a:p>
        </p:txBody>
      </p:sp>
      <p:pic>
        <p:nvPicPr>
          <p:cNvPr id="8" name="Picture 2" descr="http://www.upm.es/canalUPM/archivo/imagenes/logos/color/logocei.png">
            <a:extLst>
              <a:ext uri="{FF2B5EF4-FFF2-40B4-BE49-F238E27FC236}">
                <a16:creationId xmlns:a16="http://schemas.microsoft.com/office/drawing/2014/main" id="{E44A236F-3F71-7F46-B966-079F252B167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6633" y="-301957"/>
            <a:ext cx="1970099" cy="160824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http://www.etsidi.upm.es/sfs/E.U.I.T.%20Industrial/ADMIN/IMAGENES/LOGOS%20act.NOV2014/LogoETSIDI-mediano.png">
            <a:extLst>
              <a:ext uri="{FF2B5EF4-FFF2-40B4-BE49-F238E27FC236}">
                <a16:creationId xmlns:a16="http://schemas.microsoft.com/office/drawing/2014/main" id="{A9EE683E-C60A-3947-8802-72861BA9752F}"/>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635807" y="224090"/>
            <a:ext cx="1400788" cy="624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09783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Solo el título (encabezado simple)">
    <p:spTree>
      <p:nvGrpSpPr>
        <p:cNvPr id="1" name=""/>
        <p:cNvGrpSpPr/>
        <p:nvPr/>
      </p:nvGrpSpPr>
      <p:grpSpPr>
        <a:xfrm>
          <a:off x="0" y="0"/>
          <a:ext cx="0" cy="0"/>
          <a:chOff x="0" y="0"/>
          <a:chExt cx="0" cy="0"/>
        </a:xfrm>
      </p:grpSpPr>
      <p:sp>
        <p:nvSpPr>
          <p:cNvPr id="2" name="Title 1"/>
          <p:cNvSpPr>
            <a:spLocks noGrp="1"/>
          </p:cNvSpPr>
          <p:nvPr>
            <p:ph type="title"/>
          </p:nvPr>
        </p:nvSpPr>
        <p:spPr>
          <a:xfrm>
            <a:off x="628650" y="2878296"/>
            <a:ext cx="7886700" cy="1101409"/>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3FDBEBB0-4EB7-7947-B477-4C0CFA8DEDBF}" type="datetime1">
              <a:rPr lang="es-ES" smtClean="0"/>
              <a:t>17/09/2024</a:t>
            </a:fld>
            <a:endParaRPr lang="es-ES"/>
          </a:p>
        </p:txBody>
      </p:sp>
      <p:sp>
        <p:nvSpPr>
          <p:cNvPr id="4" name="Footer Placeholder 3"/>
          <p:cNvSpPr>
            <a:spLocks noGrp="1"/>
          </p:cNvSpPr>
          <p:nvPr>
            <p:ph type="ftr" sz="quarter" idx="11"/>
          </p:nvPr>
        </p:nvSpPr>
        <p:spPr/>
        <p:txBody>
          <a:bodyPr/>
          <a:lstStyle/>
          <a:p>
            <a:endParaRPr lang="es-ES" dirty="0"/>
          </a:p>
        </p:txBody>
      </p:sp>
      <p:sp>
        <p:nvSpPr>
          <p:cNvPr id="5" name="Slide Number Placeholder 4"/>
          <p:cNvSpPr>
            <a:spLocks noGrp="1"/>
          </p:cNvSpPr>
          <p:nvPr>
            <p:ph type="sldNum" sz="quarter" idx="12"/>
          </p:nvPr>
        </p:nvSpPr>
        <p:spPr/>
        <p:txBody>
          <a:bodyPr/>
          <a:lstStyle/>
          <a:p>
            <a:fld id="{A59C5ADF-E1AA-1B44-878A-2B73B5F70500}" type="slidenum">
              <a:rPr lang="es-ES" smtClean="0"/>
              <a:t>‹#›</a:t>
            </a:fld>
            <a:endParaRPr lang="es-ES"/>
          </a:p>
        </p:txBody>
      </p:sp>
      <p:pic>
        <p:nvPicPr>
          <p:cNvPr id="6" name="Picture 4" descr="http://www.etsidi.upm.es/sfs/E.U.I.T.%20Industrial/ADMIN/IMAGENES/LOGOS%20act.NOV2014/LogoETSIDI-mediano.png">
            <a:extLst>
              <a:ext uri="{FF2B5EF4-FFF2-40B4-BE49-F238E27FC236}">
                <a16:creationId xmlns:a16="http://schemas.microsoft.com/office/drawing/2014/main" id="{3B420DFF-FDD8-204B-B5BA-F1E5598ED62C}"/>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46867" y="321315"/>
            <a:ext cx="1060886" cy="473341"/>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ACE3386A-BB4E-4E49-A5CB-D8147C162286}"/>
              </a:ext>
            </a:extLst>
          </p:cNvPr>
          <p:cNvPicPr>
            <a:picLocks noChangeAspect="1"/>
          </p:cNvPicPr>
          <p:nvPr userDrawn="1"/>
        </p:nvPicPr>
        <p:blipFill>
          <a:blip r:embed="rId3"/>
          <a:stretch>
            <a:fillRect/>
          </a:stretch>
        </p:blipFill>
        <p:spPr>
          <a:xfrm>
            <a:off x="76200" y="176060"/>
            <a:ext cx="903514" cy="695146"/>
          </a:xfrm>
          <a:prstGeom prst="rect">
            <a:avLst/>
          </a:prstGeom>
        </p:spPr>
      </p:pic>
      <p:sp>
        <p:nvSpPr>
          <p:cNvPr id="8" name="Título 8">
            <a:extLst>
              <a:ext uri="{FF2B5EF4-FFF2-40B4-BE49-F238E27FC236}">
                <a16:creationId xmlns:a16="http://schemas.microsoft.com/office/drawing/2014/main" id="{FE861DC3-A6F6-8C48-9D71-162767287C4D}"/>
              </a:ext>
            </a:extLst>
          </p:cNvPr>
          <p:cNvSpPr txBox="1">
            <a:spLocks/>
          </p:cNvSpPr>
          <p:nvPr userDrawn="1"/>
        </p:nvSpPr>
        <p:spPr>
          <a:xfrm>
            <a:off x="1068400" y="112505"/>
            <a:ext cx="6777292" cy="9177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s-ES"/>
              <a:t>Título</a:t>
            </a:r>
            <a:endParaRPr lang="es-ES" dirty="0"/>
          </a:p>
        </p:txBody>
      </p:sp>
    </p:spTree>
    <p:extLst>
      <p:ext uri="{BB962C8B-B14F-4D97-AF65-F5344CB8AC3E}">
        <p14:creationId xmlns:p14="http://schemas.microsoft.com/office/powerpoint/2010/main" val="2427786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206003-F7CF-CE42-928D-B7B4488E646D}" type="datetime1">
              <a:rPr lang="es-ES" smtClean="0"/>
              <a:t>17/09/2024</a:t>
            </a:fld>
            <a:endParaRPr lang="es-ES"/>
          </a:p>
        </p:txBody>
      </p:sp>
      <p:sp>
        <p:nvSpPr>
          <p:cNvPr id="3" name="Footer Placeholder 2"/>
          <p:cNvSpPr>
            <a:spLocks noGrp="1"/>
          </p:cNvSpPr>
          <p:nvPr>
            <p:ph type="ftr" sz="quarter" idx="11"/>
          </p:nvPr>
        </p:nvSpPr>
        <p:spPr/>
        <p:txBody>
          <a:bodyPr/>
          <a:lstStyle/>
          <a:p>
            <a:endParaRPr lang="es-ES" dirty="0"/>
          </a:p>
        </p:txBody>
      </p:sp>
      <p:sp>
        <p:nvSpPr>
          <p:cNvPr id="4" name="Slide Number Placeholder 3"/>
          <p:cNvSpPr>
            <a:spLocks noGrp="1"/>
          </p:cNvSpPr>
          <p:nvPr>
            <p:ph type="sldNum" sz="quarter" idx="12"/>
          </p:nvPr>
        </p:nvSpPr>
        <p:spPr/>
        <p:txBody>
          <a:bodyPr/>
          <a:lstStyle/>
          <a:p>
            <a:fld id="{A59C5ADF-E1AA-1B44-878A-2B73B5F70500}" type="slidenum">
              <a:rPr lang="es-ES" smtClean="0"/>
              <a:t>‹#›</a:t>
            </a:fld>
            <a:endParaRPr lang="es-ES"/>
          </a:p>
        </p:txBody>
      </p:sp>
      <p:sp>
        <p:nvSpPr>
          <p:cNvPr id="5" name="Title 1">
            <a:extLst>
              <a:ext uri="{FF2B5EF4-FFF2-40B4-BE49-F238E27FC236}">
                <a16:creationId xmlns:a16="http://schemas.microsoft.com/office/drawing/2014/main" id="{24362964-1CAD-D44C-91D6-62DFAC081FF2}"/>
              </a:ext>
            </a:extLst>
          </p:cNvPr>
          <p:cNvSpPr txBox="1">
            <a:spLocks/>
          </p:cNvSpPr>
          <p:nvPr userDrawn="1"/>
        </p:nvSpPr>
        <p:spPr>
          <a:xfrm>
            <a:off x="2582635" y="215894"/>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2000" dirty="0">
                <a:solidFill>
                  <a:schemeClr val="tx1"/>
                </a:solidFill>
              </a:rPr>
              <a:t>Universidad Politécnica de Madrid</a:t>
            </a:r>
            <a:endParaRPr lang="en-US" sz="2000" dirty="0">
              <a:solidFill>
                <a:schemeClr val="tx1"/>
              </a:solidFill>
            </a:endParaRPr>
          </a:p>
        </p:txBody>
      </p:sp>
      <p:sp>
        <p:nvSpPr>
          <p:cNvPr id="6" name="Title 1">
            <a:extLst>
              <a:ext uri="{FF2B5EF4-FFF2-40B4-BE49-F238E27FC236}">
                <a16:creationId xmlns:a16="http://schemas.microsoft.com/office/drawing/2014/main" id="{3ACAF3E9-0177-1841-A9CE-E8D3C78DFEF6}"/>
              </a:ext>
            </a:extLst>
          </p:cNvPr>
          <p:cNvSpPr txBox="1">
            <a:spLocks/>
          </p:cNvSpPr>
          <p:nvPr userDrawn="1"/>
        </p:nvSpPr>
        <p:spPr>
          <a:xfrm>
            <a:off x="2582635" y="486379"/>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1800" dirty="0">
                <a:solidFill>
                  <a:srgbClr val="656769"/>
                </a:solidFill>
              </a:rPr>
              <a:t>E. T. S. Ingeniería y Diseño Industrial</a:t>
            </a:r>
            <a:endParaRPr lang="en-US" sz="1800" dirty="0">
              <a:solidFill>
                <a:srgbClr val="656769"/>
              </a:solidFill>
            </a:endParaRPr>
          </a:p>
        </p:txBody>
      </p:sp>
      <p:pic>
        <p:nvPicPr>
          <p:cNvPr id="7" name="Picture 2" descr="http://www.upm.es/canalUPM/archivo/imagenes/logos/color/logocei.png">
            <a:extLst>
              <a:ext uri="{FF2B5EF4-FFF2-40B4-BE49-F238E27FC236}">
                <a16:creationId xmlns:a16="http://schemas.microsoft.com/office/drawing/2014/main" id="{097CD0E9-A849-7F47-9876-74937219294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6633" y="-301957"/>
            <a:ext cx="1970099" cy="160824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http://www.etsidi.upm.es/sfs/E.U.I.T.%20Industrial/ADMIN/IMAGENES/LOGOS%20act.NOV2014/LogoETSIDI-mediano.png">
            <a:extLst>
              <a:ext uri="{FF2B5EF4-FFF2-40B4-BE49-F238E27FC236}">
                <a16:creationId xmlns:a16="http://schemas.microsoft.com/office/drawing/2014/main" id="{A55CAB88-08E8-F145-934B-C860AEA1ECA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635807" y="224090"/>
            <a:ext cx="1400788" cy="624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7990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n blanco (encabezado simpl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206003-F7CF-CE42-928D-B7B4488E646D}" type="datetime1">
              <a:rPr lang="es-ES" smtClean="0"/>
              <a:t>17/09/2024</a:t>
            </a:fld>
            <a:endParaRPr lang="es-ES"/>
          </a:p>
        </p:txBody>
      </p:sp>
      <p:sp>
        <p:nvSpPr>
          <p:cNvPr id="3" name="Footer Placeholder 2"/>
          <p:cNvSpPr>
            <a:spLocks noGrp="1"/>
          </p:cNvSpPr>
          <p:nvPr>
            <p:ph type="ftr" sz="quarter" idx="11"/>
          </p:nvPr>
        </p:nvSpPr>
        <p:spPr/>
        <p:txBody>
          <a:bodyPr/>
          <a:lstStyle/>
          <a:p>
            <a:endParaRPr lang="es-ES" dirty="0"/>
          </a:p>
        </p:txBody>
      </p:sp>
      <p:sp>
        <p:nvSpPr>
          <p:cNvPr id="4" name="Slide Number Placeholder 3"/>
          <p:cNvSpPr>
            <a:spLocks noGrp="1"/>
          </p:cNvSpPr>
          <p:nvPr>
            <p:ph type="sldNum" sz="quarter" idx="12"/>
          </p:nvPr>
        </p:nvSpPr>
        <p:spPr/>
        <p:txBody>
          <a:bodyPr/>
          <a:lstStyle/>
          <a:p>
            <a:fld id="{A59C5ADF-E1AA-1B44-878A-2B73B5F70500}" type="slidenum">
              <a:rPr lang="es-ES" smtClean="0"/>
              <a:t>‹#›</a:t>
            </a:fld>
            <a:endParaRPr lang="es-ES"/>
          </a:p>
        </p:txBody>
      </p:sp>
      <p:pic>
        <p:nvPicPr>
          <p:cNvPr id="5" name="Picture 4" descr="http://www.etsidi.upm.es/sfs/E.U.I.T.%20Industrial/ADMIN/IMAGENES/LOGOS%20act.NOV2014/LogoETSIDI-mediano.png">
            <a:extLst>
              <a:ext uri="{FF2B5EF4-FFF2-40B4-BE49-F238E27FC236}">
                <a16:creationId xmlns:a16="http://schemas.microsoft.com/office/drawing/2014/main" id="{1B506D93-5F00-8E43-9B29-37A9BD27624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46867" y="321315"/>
            <a:ext cx="1060886" cy="473341"/>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8C5C43AE-5AE0-FF4E-9664-5DF64641DE72}"/>
              </a:ext>
            </a:extLst>
          </p:cNvPr>
          <p:cNvPicPr>
            <a:picLocks noChangeAspect="1"/>
          </p:cNvPicPr>
          <p:nvPr userDrawn="1"/>
        </p:nvPicPr>
        <p:blipFill>
          <a:blip r:embed="rId3"/>
          <a:stretch>
            <a:fillRect/>
          </a:stretch>
        </p:blipFill>
        <p:spPr>
          <a:xfrm>
            <a:off x="76200" y="176060"/>
            <a:ext cx="903514" cy="695146"/>
          </a:xfrm>
          <a:prstGeom prst="rect">
            <a:avLst/>
          </a:prstGeom>
        </p:spPr>
      </p:pic>
      <p:sp>
        <p:nvSpPr>
          <p:cNvPr id="7" name="Título 8">
            <a:extLst>
              <a:ext uri="{FF2B5EF4-FFF2-40B4-BE49-F238E27FC236}">
                <a16:creationId xmlns:a16="http://schemas.microsoft.com/office/drawing/2014/main" id="{7C781A6A-E1F4-664C-9303-9A7EB2269F26}"/>
              </a:ext>
            </a:extLst>
          </p:cNvPr>
          <p:cNvSpPr>
            <a:spLocks noGrp="1"/>
          </p:cNvSpPr>
          <p:nvPr>
            <p:ph type="title"/>
          </p:nvPr>
        </p:nvSpPr>
        <p:spPr>
          <a:xfrm>
            <a:off x="1068400" y="112505"/>
            <a:ext cx="6777292" cy="917763"/>
          </a:xfrm>
        </p:spPr>
        <p:txBody>
          <a:bodyPr/>
          <a:lstStyle/>
          <a:p>
            <a:pPr algn="ctr"/>
            <a:r>
              <a:rPr lang="es-ES"/>
              <a:t>Haga clic para modificar el estilo de título del patrón</a:t>
            </a:r>
            <a:endParaRPr lang="es-ES" dirty="0"/>
          </a:p>
        </p:txBody>
      </p:sp>
    </p:spTree>
    <p:extLst>
      <p:ext uri="{BB962C8B-B14F-4D97-AF65-F5344CB8AC3E}">
        <p14:creationId xmlns:p14="http://schemas.microsoft.com/office/powerpoint/2010/main" val="2240851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1453244"/>
            <a:ext cx="2949178" cy="1355272"/>
          </a:xfrm>
        </p:spPr>
        <p:txBody>
          <a:bodyPr anchor="b"/>
          <a:lstStyle>
            <a:lvl1pPr>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5009" y="1453245"/>
            <a:ext cx="4629150" cy="459535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los estilos de texto del patrón</a:t>
            </a:r>
          </a:p>
        </p:txBody>
      </p:sp>
      <p:sp>
        <p:nvSpPr>
          <p:cNvPr id="4" name="Text Placeholder 3"/>
          <p:cNvSpPr>
            <a:spLocks noGrp="1"/>
          </p:cNvSpPr>
          <p:nvPr>
            <p:ph type="body" sz="half" idx="2"/>
          </p:nvPr>
        </p:nvSpPr>
        <p:spPr>
          <a:xfrm>
            <a:off x="629841" y="2808517"/>
            <a:ext cx="2949178" cy="324008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69742CE-281D-9F44-8EB0-B3BFE55C4E68}" type="datetime1">
              <a:rPr lang="es-ES" smtClean="0"/>
              <a:t>17/09/2024</a:t>
            </a:fld>
            <a:endParaRPr lang="es-ES"/>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A59C5ADF-E1AA-1B44-878A-2B73B5F70500}" type="slidenum">
              <a:rPr lang="es-ES" smtClean="0"/>
              <a:t>‹#›</a:t>
            </a:fld>
            <a:endParaRPr lang="es-ES"/>
          </a:p>
        </p:txBody>
      </p:sp>
      <p:sp>
        <p:nvSpPr>
          <p:cNvPr id="8" name="Title 1">
            <a:extLst>
              <a:ext uri="{FF2B5EF4-FFF2-40B4-BE49-F238E27FC236}">
                <a16:creationId xmlns:a16="http://schemas.microsoft.com/office/drawing/2014/main" id="{CF8CCE1D-DF23-6344-8752-DE92834DE29F}"/>
              </a:ext>
            </a:extLst>
          </p:cNvPr>
          <p:cNvSpPr txBox="1">
            <a:spLocks/>
          </p:cNvSpPr>
          <p:nvPr userDrawn="1"/>
        </p:nvSpPr>
        <p:spPr>
          <a:xfrm>
            <a:off x="2582635" y="215894"/>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2000" dirty="0">
                <a:solidFill>
                  <a:schemeClr val="tx1"/>
                </a:solidFill>
              </a:rPr>
              <a:t>Universidad Politécnica de Madrid</a:t>
            </a:r>
            <a:endParaRPr lang="en-US" sz="2000" dirty="0">
              <a:solidFill>
                <a:schemeClr val="tx1"/>
              </a:solidFill>
            </a:endParaRPr>
          </a:p>
        </p:txBody>
      </p:sp>
      <p:sp>
        <p:nvSpPr>
          <p:cNvPr id="9" name="Title 1">
            <a:extLst>
              <a:ext uri="{FF2B5EF4-FFF2-40B4-BE49-F238E27FC236}">
                <a16:creationId xmlns:a16="http://schemas.microsoft.com/office/drawing/2014/main" id="{2A551270-D9DA-C842-AF4C-EE4D0845E9EC}"/>
              </a:ext>
            </a:extLst>
          </p:cNvPr>
          <p:cNvSpPr txBox="1">
            <a:spLocks/>
          </p:cNvSpPr>
          <p:nvPr userDrawn="1"/>
        </p:nvSpPr>
        <p:spPr>
          <a:xfrm>
            <a:off x="2582635" y="486379"/>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1800" dirty="0">
                <a:solidFill>
                  <a:srgbClr val="656769"/>
                </a:solidFill>
              </a:rPr>
              <a:t>E. T. S. Ingeniería y Diseño Industrial</a:t>
            </a:r>
            <a:endParaRPr lang="en-US" sz="1800" dirty="0">
              <a:solidFill>
                <a:srgbClr val="656769"/>
              </a:solidFill>
            </a:endParaRPr>
          </a:p>
        </p:txBody>
      </p:sp>
      <p:pic>
        <p:nvPicPr>
          <p:cNvPr id="10" name="Picture 2" descr="http://www.upm.es/canalUPM/archivo/imagenes/logos/color/logocei.png">
            <a:extLst>
              <a:ext uri="{FF2B5EF4-FFF2-40B4-BE49-F238E27FC236}">
                <a16:creationId xmlns:a16="http://schemas.microsoft.com/office/drawing/2014/main" id="{AC0F583A-C96B-214E-A03F-87B26273100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6633" y="-301957"/>
            <a:ext cx="1970099" cy="160824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http://www.etsidi.upm.es/sfs/E.U.I.T.%20Industrial/ADMIN/IMAGENES/LOGOS%20act.NOV2014/LogoETSIDI-mediano.png">
            <a:extLst>
              <a:ext uri="{FF2B5EF4-FFF2-40B4-BE49-F238E27FC236}">
                <a16:creationId xmlns:a16="http://schemas.microsoft.com/office/drawing/2014/main" id="{E7F45694-EC29-2E49-9D01-9939EBA77B4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635807" y="224090"/>
            <a:ext cx="1400788" cy="624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5185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ido con título (encabezado simple)">
    <p:spTree>
      <p:nvGrpSpPr>
        <p:cNvPr id="1" name=""/>
        <p:cNvGrpSpPr/>
        <p:nvPr/>
      </p:nvGrpSpPr>
      <p:grpSpPr>
        <a:xfrm>
          <a:off x="0" y="0"/>
          <a:ext cx="0" cy="0"/>
          <a:chOff x="0" y="0"/>
          <a:chExt cx="0" cy="0"/>
        </a:xfrm>
      </p:grpSpPr>
      <p:sp>
        <p:nvSpPr>
          <p:cNvPr id="2" name="Title 1"/>
          <p:cNvSpPr>
            <a:spLocks noGrp="1"/>
          </p:cNvSpPr>
          <p:nvPr>
            <p:ph type="title"/>
          </p:nvPr>
        </p:nvSpPr>
        <p:spPr>
          <a:xfrm>
            <a:off x="629841" y="1453244"/>
            <a:ext cx="2949178" cy="1355272"/>
          </a:xfrm>
        </p:spPr>
        <p:txBody>
          <a:bodyPr anchor="b"/>
          <a:lstStyle>
            <a:lvl1pPr>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5009" y="1453245"/>
            <a:ext cx="4629150" cy="459535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los estilos de texto del patrón</a:t>
            </a:r>
          </a:p>
        </p:txBody>
      </p:sp>
      <p:sp>
        <p:nvSpPr>
          <p:cNvPr id="4" name="Text Placeholder 3"/>
          <p:cNvSpPr>
            <a:spLocks noGrp="1"/>
          </p:cNvSpPr>
          <p:nvPr>
            <p:ph type="body" sz="half" idx="2"/>
          </p:nvPr>
        </p:nvSpPr>
        <p:spPr>
          <a:xfrm>
            <a:off x="629841" y="2808517"/>
            <a:ext cx="2949178" cy="324008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69742CE-281D-9F44-8EB0-B3BFE55C4E68}" type="datetime1">
              <a:rPr lang="es-ES" smtClean="0"/>
              <a:t>17/09/2024</a:t>
            </a:fld>
            <a:endParaRPr lang="es-ES"/>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A59C5ADF-E1AA-1B44-878A-2B73B5F70500}" type="slidenum">
              <a:rPr lang="es-ES" smtClean="0"/>
              <a:t>‹#›</a:t>
            </a:fld>
            <a:endParaRPr lang="es-ES"/>
          </a:p>
        </p:txBody>
      </p:sp>
      <p:pic>
        <p:nvPicPr>
          <p:cNvPr id="8" name="Picture 4" descr="http://www.etsidi.upm.es/sfs/E.U.I.T.%20Industrial/ADMIN/IMAGENES/LOGOS%20act.NOV2014/LogoETSIDI-mediano.png">
            <a:extLst>
              <a:ext uri="{FF2B5EF4-FFF2-40B4-BE49-F238E27FC236}">
                <a16:creationId xmlns:a16="http://schemas.microsoft.com/office/drawing/2014/main" id="{6EE83F1F-E29F-5F4B-8625-F9B099E629FA}"/>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46867" y="321315"/>
            <a:ext cx="1060886" cy="473341"/>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n 8">
            <a:extLst>
              <a:ext uri="{FF2B5EF4-FFF2-40B4-BE49-F238E27FC236}">
                <a16:creationId xmlns:a16="http://schemas.microsoft.com/office/drawing/2014/main" id="{C1A1AE8D-9B00-FE4B-8AF6-853888510762}"/>
              </a:ext>
            </a:extLst>
          </p:cNvPr>
          <p:cNvPicPr>
            <a:picLocks noChangeAspect="1"/>
          </p:cNvPicPr>
          <p:nvPr userDrawn="1"/>
        </p:nvPicPr>
        <p:blipFill>
          <a:blip r:embed="rId3"/>
          <a:stretch>
            <a:fillRect/>
          </a:stretch>
        </p:blipFill>
        <p:spPr>
          <a:xfrm>
            <a:off x="76200" y="176060"/>
            <a:ext cx="903514" cy="695146"/>
          </a:xfrm>
          <a:prstGeom prst="rect">
            <a:avLst/>
          </a:prstGeom>
        </p:spPr>
      </p:pic>
      <p:sp>
        <p:nvSpPr>
          <p:cNvPr id="10" name="Título 8">
            <a:extLst>
              <a:ext uri="{FF2B5EF4-FFF2-40B4-BE49-F238E27FC236}">
                <a16:creationId xmlns:a16="http://schemas.microsoft.com/office/drawing/2014/main" id="{C0EEAC5F-497B-554E-B283-BFA5CB3D97AE}"/>
              </a:ext>
            </a:extLst>
          </p:cNvPr>
          <p:cNvSpPr txBox="1">
            <a:spLocks/>
          </p:cNvSpPr>
          <p:nvPr userDrawn="1"/>
        </p:nvSpPr>
        <p:spPr>
          <a:xfrm>
            <a:off x="1068400" y="112505"/>
            <a:ext cx="6777292" cy="9177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s-ES"/>
              <a:t>Título</a:t>
            </a:r>
            <a:endParaRPr lang="es-ES" dirty="0"/>
          </a:p>
        </p:txBody>
      </p:sp>
    </p:spTree>
    <p:extLst>
      <p:ext uri="{BB962C8B-B14F-4D97-AF65-F5344CB8AC3E}">
        <p14:creationId xmlns:p14="http://schemas.microsoft.com/office/powerpoint/2010/main" val="1613141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1355279"/>
            <a:ext cx="2949178" cy="1329895"/>
          </a:xfrm>
        </p:spPr>
        <p:txBody>
          <a:bodyPr anchor="b"/>
          <a:lstStyle>
            <a:lvl1pPr>
              <a:defRPr sz="24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1355278"/>
            <a:ext cx="4629150" cy="4767936"/>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955478"/>
            <a:ext cx="2949178" cy="316773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9EECEF29-6643-4944-ADDB-3CC6FBACAFC8}" type="datetime1">
              <a:rPr lang="es-ES" smtClean="0"/>
              <a:t>17/09/2024</a:t>
            </a:fld>
            <a:endParaRPr lang="es-ES"/>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A59C5ADF-E1AA-1B44-878A-2B73B5F70500}" type="slidenum">
              <a:rPr lang="es-ES" smtClean="0"/>
              <a:t>‹#›</a:t>
            </a:fld>
            <a:endParaRPr lang="es-ES"/>
          </a:p>
        </p:txBody>
      </p:sp>
      <p:sp>
        <p:nvSpPr>
          <p:cNvPr id="8" name="Title 1">
            <a:extLst>
              <a:ext uri="{FF2B5EF4-FFF2-40B4-BE49-F238E27FC236}">
                <a16:creationId xmlns:a16="http://schemas.microsoft.com/office/drawing/2014/main" id="{A1A5F98E-E532-164E-9390-B7E660395898}"/>
              </a:ext>
            </a:extLst>
          </p:cNvPr>
          <p:cNvSpPr txBox="1">
            <a:spLocks/>
          </p:cNvSpPr>
          <p:nvPr userDrawn="1"/>
        </p:nvSpPr>
        <p:spPr>
          <a:xfrm>
            <a:off x="2582635" y="215894"/>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2000" dirty="0">
                <a:solidFill>
                  <a:schemeClr val="tx1"/>
                </a:solidFill>
              </a:rPr>
              <a:t>Universidad Politécnica de Madrid</a:t>
            </a:r>
            <a:endParaRPr lang="en-US" sz="2000" dirty="0">
              <a:solidFill>
                <a:schemeClr val="tx1"/>
              </a:solidFill>
            </a:endParaRPr>
          </a:p>
        </p:txBody>
      </p:sp>
      <p:sp>
        <p:nvSpPr>
          <p:cNvPr id="9" name="Title 1">
            <a:extLst>
              <a:ext uri="{FF2B5EF4-FFF2-40B4-BE49-F238E27FC236}">
                <a16:creationId xmlns:a16="http://schemas.microsoft.com/office/drawing/2014/main" id="{1E7E22C8-31B4-E744-9BD6-982BACF0B34E}"/>
              </a:ext>
            </a:extLst>
          </p:cNvPr>
          <p:cNvSpPr txBox="1">
            <a:spLocks/>
          </p:cNvSpPr>
          <p:nvPr userDrawn="1"/>
        </p:nvSpPr>
        <p:spPr>
          <a:xfrm>
            <a:off x="2582635" y="486379"/>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1800" dirty="0">
                <a:solidFill>
                  <a:srgbClr val="656769"/>
                </a:solidFill>
              </a:rPr>
              <a:t>E. T. S. Ingeniería y Diseño Industrial</a:t>
            </a:r>
            <a:endParaRPr lang="en-US" sz="1800" dirty="0">
              <a:solidFill>
                <a:srgbClr val="656769"/>
              </a:solidFill>
            </a:endParaRPr>
          </a:p>
        </p:txBody>
      </p:sp>
      <p:pic>
        <p:nvPicPr>
          <p:cNvPr id="10" name="Picture 2" descr="http://www.upm.es/canalUPM/archivo/imagenes/logos/color/logocei.png">
            <a:extLst>
              <a:ext uri="{FF2B5EF4-FFF2-40B4-BE49-F238E27FC236}">
                <a16:creationId xmlns:a16="http://schemas.microsoft.com/office/drawing/2014/main" id="{3F834DB4-1269-8F47-B945-E93B256C3DC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6633" y="-301957"/>
            <a:ext cx="1970099" cy="160824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http://www.etsidi.upm.es/sfs/E.U.I.T.%20Industrial/ADMIN/IMAGENES/LOGOS%20act.NOV2014/LogoETSIDI-mediano.png">
            <a:extLst>
              <a:ext uri="{FF2B5EF4-FFF2-40B4-BE49-F238E27FC236}">
                <a16:creationId xmlns:a16="http://schemas.microsoft.com/office/drawing/2014/main" id="{E2450CC0-D8AF-3748-AC4C-107A5429E70B}"/>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635807" y="224090"/>
            <a:ext cx="1400788" cy="624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49165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Imagen con título (encabezado simple)">
    <p:spTree>
      <p:nvGrpSpPr>
        <p:cNvPr id="1" name=""/>
        <p:cNvGrpSpPr/>
        <p:nvPr/>
      </p:nvGrpSpPr>
      <p:grpSpPr>
        <a:xfrm>
          <a:off x="0" y="0"/>
          <a:ext cx="0" cy="0"/>
          <a:chOff x="0" y="0"/>
          <a:chExt cx="0" cy="0"/>
        </a:xfrm>
      </p:grpSpPr>
      <p:sp>
        <p:nvSpPr>
          <p:cNvPr id="2" name="Title 1"/>
          <p:cNvSpPr>
            <a:spLocks noGrp="1"/>
          </p:cNvSpPr>
          <p:nvPr>
            <p:ph type="title"/>
          </p:nvPr>
        </p:nvSpPr>
        <p:spPr>
          <a:xfrm>
            <a:off x="629841" y="1355279"/>
            <a:ext cx="2949178" cy="1329895"/>
          </a:xfrm>
        </p:spPr>
        <p:txBody>
          <a:bodyPr anchor="b"/>
          <a:lstStyle>
            <a:lvl1pPr>
              <a:defRPr sz="24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1355278"/>
            <a:ext cx="4629150" cy="4767936"/>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955478"/>
            <a:ext cx="2949178" cy="316773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9EECEF29-6643-4944-ADDB-3CC6FBACAFC8}" type="datetime1">
              <a:rPr lang="es-ES" smtClean="0"/>
              <a:t>17/09/2024</a:t>
            </a:fld>
            <a:endParaRPr lang="es-ES"/>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A59C5ADF-E1AA-1B44-878A-2B73B5F70500}" type="slidenum">
              <a:rPr lang="es-ES" smtClean="0"/>
              <a:t>‹#›</a:t>
            </a:fld>
            <a:endParaRPr lang="es-ES"/>
          </a:p>
        </p:txBody>
      </p:sp>
      <p:pic>
        <p:nvPicPr>
          <p:cNvPr id="8" name="Picture 4" descr="http://www.etsidi.upm.es/sfs/E.U.I.T.%20Industrial/ADMIN/IMAGENES/LOGOS%20act.NOV2014/LogoETSIDI-mediano.png">
            <a:extLst>
              <a:ext uri="{FF2B5EF4-FFF2-40B4-BE49-F238E27FC236}">
                <a16:creationId xmlns:a16="http://schemas.microsoft.com/office/drawing/2014/main" id="{1E555811-0A1C-4640-92C1-706319EABF19}"/>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46867" y="321315"/>
            <a:ext cx="1060886" cy="473341"/>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n 8">
            <a:extLst>
              <a:ext uri="{FF2B5EF4-FFF2-40B4-BE49-F238E27FC236}">
                <a16:creationId xmlns:a16="http://schemas.microsoft.com/office/drawing/2014/main" id="{2E05FC5A-0D31-F248-9FF5-D465CB427B7D}"/>
              </a:ext>
            </a:extLst>
          </p:cNvPr>
          <p:cNvPicPr>
            <a:picLocks noChangeAspect="1"/>
          </p:cNvPicPr>
          <p:nvPr userDrawn="1"/>
        </p:nvPicPr>
        <p:blipFill>
          <a:blip r:embed="rId3"/>
          <a:stretch>
            <a:fillRect/>
          </a:stretch>
        </p:blipFill>
        <p:spPr>
          <a:xfrm>
            <a:off x="76200" y="186945"/>
            <a:ext cx="903514" cy="695146"/>
          </a:xfrm>
          <a:prstGeom prst="rect">
            <a:avLst/>
          </a:prstGeom>
        </p:spPr>
      </p:pic>
      <p:sp>
        <p:nvSpPr>
          <p:cNvPr id="10" name="Título 8">
            <a:extLst>
              <a:ext uri="{FF2B5EF4-FFF2-40B4-BE49-F238E27FC236}">
                <a16:creationId xmlns:a16="http://schemas.microsoft.com/office/drawing/2014/main" id="{58F06C59-5985-DF44-A66A-7AA87DAA48B7}"/>
              </a:ext>
            </a:extLst>
          </p:cNvPr>
          <p:cNvSpPr txBox="1">
            <a:spLocks/>
          </p:cNvSpPr>
          <p:nvPr userDrawn="1"/>
        </p:nvSpPr>
        <p:spPr>
          <a:xfrm>
            <a:off x="1068400" y="112505"/>
            <a:ext cx="6777292" cy="9177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s-ES"/>
              <a:t>Título</a:t>
            </a:r>
            <a:endParaRPr lang="es-ES" dirty="0"/>
          </a:p>
        </p:txBody>
      </p:sp>
    </p:spTree>
    <p:extLst>
      <p:ext uri="{BB962C8B-B14F-4D97-AF65-F5344CB8AC3E}">
        <p14:creationId xmlns:p14="http://schemas.microsoft.com/office/powerpoint/2010/main" val="13696573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C13F76F-60CD-7D4B-8ECE-18C6ED5DA1F4}" type="datetime1">
              <a:rPr lang="es-ES" smtClean="0"/>
              <a:t>17/09/2024</a:t>
            </a:fld>
            <a:endParaRPr lang="es-ES"/>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A59C5ADF-E1AA-1B44-878A-2B73B5F70500}" type="slidenum">
              <a:rPr lang="es-ES" smtClean="0"/>
              <a:t>‹#›</a:t>
            </a:fld>
            <a:endParaRPr lang="es-ES"/>
          </a:p>
        </p:txBody>
      </p:sp>
      <p:sp>
        <p:nvSpPr>
          <p:cNvPr id="7" name="Title 1">
            <a:extLst>
              <a:ext uri="{FF2B5EF4-FFF2-40B4-BE49-F238E27FC236}">
                <a16:creationId xmlns:a16="http://schemas.microsoft.com/office/drawing/2014/main" id="{93B9F562-26D5-7E42-AC92-3157E9215C85}"/>
              </a:ext>
            </a:extLst>
          </p:cNvPr>
          <p:cNvSpPr txBox="1">
            <a:spLocks/>
          </p:cNvSpPr>
          <p:nvPr userDrawn="1"/>
        </p:nvSpPr>
        <p:spPr>
          <a:xfrm>
            <a:off x="2582635" y="215894"/>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2000" dirty="0">
                <a:solidFill>
                  <a:schemeClr val="tx1"/>
                </a:solidFill>
              </a:rPr>
              <a:t>Universidad Politécnica de Madrid</a:t>
            </a:r>
            <a:endParaRPr lang="en-US" sz="2000" dirty="0">
              <a:solidFill>
                <a:schemeClr val="tx1"/>
              </a:solidFill>
            </a:endParaRPr>
          </a:p>
        </p:txBody>
      </p:sp>
      <p:sp>
        <p:nvSpPr>
          <p:cNvPr id="8" name="Title 1">
            <a:extLst>
              <a:ext uri="{FF2B5EF4-FFF2-40B4-BE49-F238E27FC236}">
                <a16:creationId xmlns:a16="http://schemas.microsoft.com/office/drawing/2014/main" id="{0E0BA029-1824-9042-9AA0-2469E3EAC469}"/>
              </a:ext>
            </a:extLst>
          </p:cNvPr>
          <p:cNvSpPr txBox="1">
            <a:spLocks/>
          </p:cNvSpPr>
          <p:nvPr userDrawn="1"/>
        </p:nvSpPr>
        <p:spPr>
          <a:xfrm>
            <a:off x="2582635" y="486379"/>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1800" dirty="0">
                <a:solidFill>
                  <a:srgbClr val="656769"/>
                </a:solidFill>
              </a:rPr>
              <a:t>E. T. S. Ingeniería y Diseño Industrial</a:t>
            </a:r>
            <a:endParaRPr lang="en-US" sz="1800" dirty="0">
              <a:solidFill>
                <a:srgbClr val="656769"/>
              </a:solidFill>
            </a:endParaRPr>
          </a:p>
        </p:txBody>
      </p:sp>
      <p:pic>
        <p:nvPicPr>
          <p:cNvPr id="9" name="Picture 2" descr="http://www.upm.es/canalUPM/archivo/imagenes/logos/color/logocei.png">
            <a:extLst>
              <a:ext uri="{FF2B5EF4-FFF2-40B4-BE49-F238E27FC236}">
                <a16:creationId xmlns:a16="http://schemas.microsoft.com/office/drawing/2014/main" id="{B8600204-AFF2-4847-8D8F-F21EE04B15D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6633" y="-301957"/>
            <a:ext cx="1970099" cy="160824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http://www.etsidi.upm.es/sfs/E.U.I.T.%20Industrial/ADMIN/IMAGENES/LOGOS%20act.NOV2014/LogoETSIDI-mediano.png">
            <a:extLst>
              <a:ext uri="{FF2B5EF4-FFF2-40B4-BE49-F238E27FC236}">
                <a16:creationId xmlns:a16="http://schemas.microsoft.com/office/drawing/2014/main" id="{DBFBF890-0F52-7542-AAE4-ADF97365BA51}"/>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635807" y="224090"/>
            <a:ext cx="1400788" cy="624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0170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encabezado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C13F76F-60CD-7D4B-8ECE-18C6ED5DA1F4}" type="datetime1">
              <a:rPr lang="es-ES" smtClean="0"/>
              <a:t>17/09/2024</a:t>
            </a:fld>
            <a:endParaRPr lang="es-ES"/>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A59C5ADF-E1AA-1B44-878A-2B73B5F70500}" type="slidenum">
              <a:rPr lang="es-ES" smtClean="0"/>
              <a:t>‹#›</a:t>
            </a:fld>
            <a:endParaRPr lang="es-ES"/>
          </a:p>
        </p:txBody>
      </p:sp>
      <p:pic>
        <p:nvPicPr>
          <p:cNvPr id="7" name="Picture 4" descr="http://www.etsidi.upm.es/sfs/E.U.I.T.%20Industrial/ADMIN/IMAGENES/LOGOS%20act.NOV2014/LogoETSIDI-mediano.png">
            <a:extLst>
              <a:ext uri="{FF2B5EF4-FFF2-40B4-BE49-F238E27FC236}">
                <a16:creationId xmlns:a16="http://schemas.microsoft.com/office/drawing/2014/main" id="{B70E2124-38D2-8140-8ADD-A0120EF7EE6D}"/>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46867" y="321315"/>
            <a:ext cx="1060886" cy="473341"/>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8DB8E2DB-0713-EB45-A618-82735D1EB47E}"/>
              </a:ext>
            </a:extLst>
          </p:cNvPr>
          <p:cNvPicPr>
            <a:picLocks noChangeAspect="1"/>
          </p:cNvPicPr>
          <p:nvPr userDrawn="1"/>
        </p:nvPicPr>
        <p:blipFill>
          <a:blip r:embed="rId3"/>
          <a:stretch>
            <a:fillRect/>
          </a:stretch>
        </p:blipFill>
        <p:spPr>
          <a:xfrm>
            <a:off x="76200" y="176060"/>
            <a:ext cx="903514" cy="695146"/>
          </a:xfrm>
          <a:prstGeom prst="rect">
            <a:avLst/>
          </a:prstGeom>
        </p:spPr>
      </p:pic>
      <p:sp>
        <p:nvSpPr>
          <p:cNvPr id="9" name="Título 8">
            <a:extLst>
              <a:ext uri="{FF2B5EF4-FFF2-40B4-BE49-F238E27FC236}">
                <a16:creationId xmlns:a16="http://schemas.microsoft.com/office/drawing/2014/main" id="{0CA22B38-BACE-8F44-B4BF-D746E6AD7DC7}"/>
              </a:ext>
            </a:extLst>
          </p:cNvPr>
          <p:cNvSpPr txBox="1">
            <a:spLocks/>
          </p:cNvSpPr>
          <p:nvPr userDrawn="1"/>
        </p:nvSpPr>
        <p:spPr>
          <a:xfrm>
            <a:off x="1068400" y="112505"/>
            <a:ext cx="6777292" cy="9177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s-ES"/>
              <a:t>Título</a:t>
            </a:r>
            <a:endParaRPr lang="es-ES" dirty="0"/>
          </a:p>
        </p:txBody>
      </p:sp>
    </p:spTree>
    <p:extLst>
      <p:ext uri="{BB962C8B-B14F-4D97-AF65-F5344CB8AC3E}">
        <p14:creationId xmlns:p14="http://schemas.microsoft.com/office/powerpoint/2010/main" val="28237532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1224642"/>
            <a:ext cx="1971675" cy="495232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1224643"/>
            <a:ext cx="5800725" cy="4952320"/>
          </a:xfrm>
        </p:spPr>
        <p:txBody>
          <a:bodyPr vert="eaVert"/>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1320CD9-B31B-EF49-94CE-87B29006BF21}" type="datetime1">
              <a:rPr lang="es-ES" smtClean="0"/>
              <a:t>17/09/2024</a:t>
            </a:fld>
            <a:endParaRPr lang="es-ES"/>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A59C5ADF-E1AA-1B44-878A-2B73B5F70500}" type="slidenum">
              <a:rPr lang="es-ES" smtClean="0"/>
              <a:t>‹#›</a:t>
            </a:fld>
            <a:endParaRPr lang="es-ES"/>
          </a:p>
        </p:txBody>
      </p:sp>
      <p:sp>
        <p:nvSpPr>
          <p:cNvPr id="7" name="Title 1">
            <a:extLst>
              <a:ext uri="{FF2B5EF4-FFF2-40B4-BE49-F238E27FC236}">
                <a16:creationId xmlns:a16="http://schemas.microsoft.com/office/drawing/2014/main" id="{81DF94F5-DCB3-624A-903B-DE476DA4B18A}"/>
              </a:ext>
            </a:extLst>
          </p:cNvPr>
          <p:cNvSpPr txBox="1">
            <a:spLocks/>
          </p:cNvSpPr>
          <p:nvPr userDrawn="1"/>
        </p:nvSpPr>
        <p:spPr>
          <a:xfrm>
            <a:off x="2582635" y="215894"/>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2000" dirty="0">
                <a:solidFill>
                  <a:schemeClr val="tx1"/>
                </a:solidFill>
              </a:rPr>
              <a:t>Universidad Politécnica de Madrid</a:t>
            </a:r>
            <a:endParaRPr lang="en-US" sz="2000" dirty="0">
              <a:solidFill>
                <a:schemeClr val="tx1"/>
              </a:solidFill>
            </a:endParaRPr>
          </a:p>
        </p:txBody>
      </p:sp>
      <p:sp>
        <p:nvSpPr>
          <p:cNvPr id="8" name="Title 1">
            <a:extLst>
              <a:ext uri="{FF2B5EF4-FFF2-40B4-BE49-F238E27FC236}">
                <a16:creationId xmlns:a16="http://schemas.microsoft.com/office/drawing/2014/main" id="{C508A18F-C5FA-C842-B2FC-B563903B2F58}"/>
              </a:ext>
            </a:extLst>
          </p:cNvPr>
          <p:cNvSpPr txBox="1">
            <a:spLocks/>
          </p:cNvSpPr>
          <p:nvPr userDrawn="1"/>
        </p:nvSpPr>
        <p:spPr>
          <a:xfrm>
            <a:off x="2582635" y="486379"/>
            <a:ext cx="3905250" cy="40277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s-ES" sz="1800" dirty="0">
                <a:solidFill>
                  <a:srgbClr val="656769"/>
                </a:solidFill>
              </a:rPr>
              <a:t>E. T. S. Ingeniería y Diseño Industrial</a:t>
            </a:r>
            <a:endParaRPr lang="en-US" sz="1800" dirty="0">
              <a:solidFill>
                <a:srgbClr val="656769"/>
              </a:solidFill>
            </a:endParaRPr>
          </a:p>
        </p:txBody>
      </p:sp>
      <p:pic>
        <p:nvPicPr>
          <p:cNvPr id="9" name="Picture 2" descr="http://www.upm.es/canalUPM/archivo/imagenes/logos/color/logocei.png">
            <a:extLst>
              <a:ext uri="{FF2B5EF4-FFF2-40B4-BE49-F238E27FC236}">
                <a16:creationId xmlns:a16="http://schemas.microsoft.com/office/drawing/2014/main" id="{818A681C-FEE6-594A-B9CB-8A12DAABF51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6633" y="-301957"/>
            <a:ext cx="1970099" cy="160824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http://www.etsidi.upm.es/sfs/E.U.I.T.%20Industrial/ADMIN/IMAGENES/LOGOS%20act.NOV2014/LogoETSIDI-mediano.png">
            <a:extLst>
              <a:ext uri="{FF2B5EF4-FFF2-40B4-BE49-F238E27FC236}">
                <a16:creationId xmlns:a16="http://schemas.microsoft.com/office/drawing/2014/main" id="{57F5AF86-E0E0-8741-BDF1-C243A2EE23BD}"/>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635807" y="224090"/>
            <a:ext cx="1400788" cy="624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0427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encabezado simp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1224642"/>
            <a:ext cx="1971675" cy="495232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1224643"/>
            <a:ext cx="5800725" cy="4952320"/>
          </a:xfrm>
        </p:spPr>
        <p:txBody>
          <a:bodyPr vert="eaVert"/>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1320CD9-B31B-EF49-94CE-87B29006BF21}" type="datetime1">
              <a:rPr lang="es-ES" smtClean="0"/>
              <a:t>17/09/2024</a:t>
            </a:fld>
            <a:endParaRPr lang="es-ES"/>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A59C5ADF-E1AA-1B44-878A-2B73B5F70500}" type="slidenum">
              <a:rPr lang="es-ES" smtClean="0"/>
              <a:t>‹#›</a:t>
            </a:fld>
            <a:endParaRPr lang="es-ES"/>
          </a:p>
        </p:txBody>
      </p:sp>
      <p:pic>
        <p:nvPicPr>
          <p:cNvPr id="7" name="Picture 4" descr="http://www.etsidi.upm.es/sfs/E.U.I.T.%20Industrial/ADMIN/IMAGENES/LOGOS%20act.NOV2014/LogoETSIDI-mediano.png">
            <a:extLst>
              <a:ext uri="{FF2B5EF4-FFF2-40B4-BE49-F238E27FC236}">
                <a16:creationId xmlns:a16="http://schemas.microsoft.com/office/drawing/2014/main" id="{FC05E6F1-A515-B746-BAFF-6B68550179B7}"/>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946867" y="321315"/>
            <a:ext cx="1060886" cy="473341"/>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4508C854-CA79-5747-80E1-0ACC5D761BD8}"/>
              </a:ext>
            </a:extLst>
          </p:cNvPr>
          <p:cNvPicPr>
            <a:picLocks noChangeAspect="1"/>
          </p:cNvPicPr>
          <p:nvPr userDrawn="1"/>
        </p:nvPicPr>
        <p:blipFill>
          <a:blip r:embed="rId3"/>
          <a:stretch>
            <a:fillRect/>
          </a:stretch>
        </p:blipFill>
        <p:spPr>
          <a:xfrm>
            <a:off x="76200" y="176060"/>
            <a:ext cx="903514" cy="695146"/>
          </a:xfrm>
          <a:prstGeom prst="rect">
            <a:avLst/>
          </a:prstGeom>
        </p:spPr>
      </p:pic>
      <p:sp>
        <p:nvSpPr>
          <p:cNvPr id="9" name="Título 8">
            <a:extLst>
              <a:ext uri="{FF2B5EF4-FFF2-40B4-BE49-F238E27FC236}">
                <a16:creationId xmlns:a16="http://schemas.microsoft.com/office/drawing/2014/main" id="{8B9A4CA6-3960-2740-91D9-2FDCE7817622}"/>
              </a:ext>
            </a:extLst>
          </p:cNvPr>
          <p:cNvSpPr txBox="1">
            <a:spLocks/>
          </p:cNvSpPr>
          <p:nvPr userDrawn="1"/>
        </p:nvSpPr>
        <p:spPr>
          <a:xfrm>
            <a:off x="1068400" y="112505"/>
            <a:ext cx="6777292" cy="9177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s-ES"/>
              <a:t>Título</a:t>
            </a:r>
            <a:endParaRPr lang="es-ES" dirty="0"/>
          </a:p>
        </p:txBody>
      </p:sp>
    </p:spTree>
    <p:extLst>
      <p:ext uri="{BB962C8B-B14F-4D97-AF65-F5344CB8AC3E}">
        <p14:creationId xmlns:p14="http://schemas.microsoft.com/office/powerpoint/2010/main" val="1308211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
            <a:extLst>
              <a:ext uri="{FF2B5EF4-FFF2-40B4-BE49-F238E27FC236}">
                <a16:creationId xmlns:a16="http://schemas.microsoft.com/office/drawing/2014/main" id="{26B34E73-7A3A-9F4C-92C5-25A23E85D506}"/>
              </a:ext>
            </a:extLst>
          </p:cNvPr>
          <p:cNvPicPr/>
          <p:nvPr userDrawn="1"/>
        </p:nvPicPr>
        <p:blipFill>
          <a:blip r:embed="rId20">
            <a:alphaModFix/>
            <a:extLst>
              <a:ext uri="{28A0092B-C50C-407E-A947-70E740481C1C}">
                <a14:useLocalDpi xmlns:a14="http://schemas.microsoft.com/office/drawing/2010/main" val="0"/>
              </a:ext>
            </a:extLst>
          </a:blip>
          <a:srcRect/>
          <a:stretch>
            <a:fillRect/>
          </a:stretch>
        </p:blipFill>
        <p:spPr bwMode="auto">
          <a:xfrm>
            <a:off x="-12246" y="6225950"/>
            <a:ext cx="9156246" cy="710883"/>
          </a:xfrm>
          <a:prstGeom prst="rect">
            <a:avLst/>
          </a:prstGeom>
          <a:noFill/>
          <a:ln>
            <a:noFill/>
          </a:ln>
        </p:spPr>
      </p:pic>
      <p:sp>
        <p:nvSpPr>
          <p:cNvPr id="2" name="Title Placeholder 1"/>
          <p:cNvSpPr>
            <a:spLocks noGrp="1"/>
          </p:cNvSpPr>
          <p:nvPr>
            <p:ph type="title"/>
          </p:nvPr>
        </p:nvSpPr>
        <p:spPr>
          <a:xfrm>
            <a:off x="628650" y="1168399"/>
            <a:ext cx="7886700" cy="1101409"/>
          </a:xfrm>
          <a:prstGeom prst="rect">
            <a:avLst/>
          </a:prstGeom>
        </p:spPr>
        <p:txBody>
          <a:bodyPr vert="horz" lIns="91440" tIns="45720" rIns="91440" bIns="45720" rtlCol="0" anchor="ctr">
            <a:normAutofit/>
          </a:bodyPr>
          <a:lstStyle/>
          <a:p>
            <a:r>
              <a:rPr lang="es-ES" dirty="0"/>
              <a:t>Haga clic para modificar el estilo de título</a:t>
            </a:r>
            <a:endParaRPr lang="en-US" dirty="0"/>
          </a:p>
        </p:txBody>
      </p:sp>
      <p:sp>
        <p:nvSpPr>
          <p:cNvPr id="3" name="Text Placeholder 2"/>
          <p:cNvSpPr>
            <a:spLocks noGrp="1"/>
          </p:cNvSpPr>
          <p:nvPr>
            <p:ph type="body" idx="1"/>
          </p:nvPr>
        </p:nvSpPr>
        <p:spPr>
          <a:xfrm>
            <a:off x="628650" y="2417776"/>
            <a:ext cx="7886700" cy="3759187"/>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2"/>
          </p:nvPr>
        </p:nvSpPr>
        <p:spPr>
          <a:xfrm>
            <a:off x="201643" y="6508856"/>
            <a:ext cx="2057400" cy="365125"/>
          </a:xfrm>
          <a:prstGeom prst="rect">
            <a:avLst/>
          </a:prstGeom>
        </p:spPr>
        <p:txBody>
          <a:bodyPr vert="horz" lIns="91440" tIns="45720" rIns="91440" bIns="45720" rtlCol="0" anchor="ctr"/>
          <a:lstStyle>
            <a:lvl1pPr algn="l">
              <a:defRPr sz="1200" baseline="0">
                <a:solidFill>
                  <a:schemeClr val="bg1"/>
                </a:solidFill>
              </a:defRPr>
            </a:lvl1pPr>
          </a:lstStyle>
          <a:p>
            <a:fld id="{1FA92369-F93C-2445-AC2C-7FF5640B8551}" type="datetime1">
              <a:rPr lang="es-ES" smtClean="0"/>
              <a:pPr/>
              <a:t>17/09/2024</a:t>
            </a:fld>
            <a:endParaRPr lang="es-ES" dirty="0"/>
          </a:p>
        </p:txBody>
      </p:sp>
      <p:sp>
        <p:nvSpPr>
          <p:cNvPr id="5" name="Footer Placeholder 4"/>
          <p:cNvSpPr>
            <a:spLocks noGrp="1"/>
          </p:cNvSpPr>
          <p:nvPr>
            <p:ph type="ftr" sz="quarter" idx="3"/>
          </p:nvPr>
        </p:nvSpPr>
        <p:spPr>
          <a:xfrm>
            <a:off x="3028950" y="6508856"/>
            <a:ext cx="3086100" cy="365125"/>
          </a:xfrm>
          <a:prstGeom prst="rect">
            <a:avLst/>
          </a:prstGeom>
        </p:spPr>
        <p:txBody>
          <a:bodyPr vert="horz" lIns="91440" tIns="45720" rIns="91440" bIns="45720" rtlCol="0" anchor="ctr"/>
          <a:lstStyle>
            <a:lvl1pPr algn="ctr">
              <a:defRPr sz="1200">
                <a:solidFill>
                  <a:schemeClr val="bg1"/>
                </a:solidFill>
              </a:defRPr>
            </a:lvl1pPr>
          </a:lstStyle>
          <a:p>
            <a:endParaRPr lang="es-ES" dirty="0"/>
          </a:p>
        </p:txBody>
      </p:sp>
      <p:sp>
        <p:nvSpPr>
          <p:cNvPr id="6" name="Slide Number Placeholder 5"/>
          <p:cNvSpPr>
            <a:spLocks noGrp="1"/>
          </p:cNvSpPr>
          <p:nvPr>
            <p:ph type="sldNum" sz="quarter" idx="4"/>
          </p:nvPr>
        </p:nvSpPr>
        <p:spPr>
          <a:xfrm>
            <a:off x="6846143" y="6508856"/>
            <a:ext cx="2057400" cy="365125"/>
          </a:xfrm>
          <a:prstGeom prst="rect">
            <a:avLst/>
          </a:prstGeom>
        </p:spPr>
        <p:txBody>
          <a:bodyPr vert="horz" lIns="91440" tIns="45720" rIns="91440" bIns="45720" rtlCol="0" anchor="ctr"/>
          <a:lstStyle>
            <a:lvl1pPr algn="r">
              <a:defRPr sz="1200">
                <a:solidFill>
                  <a:schemeClr val="bg1"/>
                </a:solidFill>
              </a:defRPr>
            </a:lvl1pPr>
          </a:lstStyle>
          <a:p>
            <a:fld id="{A59C5ADF-E1AA-1B44-878A-2B73B5F70500}" type="slidenum">
              <a:rPr lang="es-ES" smtClean="0"/>
              <a:pPr/>
              <a:t>‹#›</a:t>
            </a:fld>
            <a:endParaRPr lang="es-ES" dirty="0"/>
          </a:p>
        </p:txBody>
      </p:sp>
      <p:sp>
        <p:nvSpPr>
          <p:cNvPr id="13" name="Rectángulo 12">
            <a:extLst>
              <a:ext uri="{FF2B5EF4-FFF2-40B4-BE49-F238E27FC236}">
                <a16:creationId xmlns:a16="http://schemas.microsoft.com/office/drawing/2014/main" id="{86E706FC-6E4B-A046-8751-90A1B3B86795}"/>
              </a:ext>
            </a:extLst>
          </p:cNvPr>
          <p:cNvSpPr/>
          <p:nvPr userDrawn="1"/>
        </p:nvSpPr>
        <p:spPr>
          <a:xfrm>
            <a:off x="1" y="0"/>
            <a:ext cx="9144000" cy="1092200"/>
          </a:xfrm>
          <a:prstGeom prst="rect">
            <a:avLst/>
          </a:prstGeom>
          <a:gradFill flip="none" rotWithShape="1">
            <a:gsLst>
              <a:gs pos="0">
                <a:schemeClr val="bg1">
                  <a:lumMod val="85000"/>
                </a:schemeClr>
              </a:gs>
              <a:gs pos="53000">
                <a:schemeClr val="bg1">
                  <a:lumMod val="75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Tree>
    <p:extLst>
      <p:ext uri="{BB962C8B-B14F-4D97-AF65-F5344CB8AC3E}">
        <p14:creationId xmlns:p14="http://schemas.microsoft.com/office/powerpoint/2010/main" val="1941084781"/>
      </p:ext>
    </p:extLst>
  </p:cSld>
  <p:clrMap bg1="lt1" tx1="dk1" bg2="lt2" tx2="dk2" accent1="accent1" accent2="accent2" accent3="accent3" accent4="accent4" accent5="accent5" accent6="accent6" hlink="hlink" folHlink="folHlink"/>
  <p:sldLayoutIdLst>
    <p:sldLayoutId id="2147483697" r:id="rId1"/>
    <p:sldLayoutId id="2147483708" r:id="rId2"/>
    <p:sldLayoutId id="2147483698" r:id="rId3"/>
    <p:sldLayoutId id="2147483709" r:id="rId4"/>
    <p:sldLayoutId id="2147483700" r:id="rId5"/>
    <p:sldLayoutId id="2147483710" r:id="rId6"/>
    <p:sldLayoutId id="2147483702" r:id="rId7"/>
    <p:sldLayoutId id="2147483711" r:id="rId8"/>
    <p:sldLayoutId id="2147483703" r:id="rId9"/>
    <p:sldLayoutId id="2147483712" r:id="rId10"/>
    <p:sldLayoutId id="2147483704" r:id="rId11"/>
    <p:sldLayoutId id="2147483713" r:id="rId12"/>
    <p:sldLayoutId id="2147483705" r:id="rId13"/>
    <p:sldLayoutId id="2147483714" r:id="rId14"/>
    <p:sldLayoutId id="2147483706" r:id="rId15"/>
    <p:sldLayoutId id="2147483715" r:id="rId16"/>
    <p:sldLayoutId id="2147483707" r:id="rId17"/>
    <p:sldLayoutId id="2147483716" r:id="rId18"/>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0.xml"/><Relationship Id="rId5" Type="http://schemas.openxmlformats.org/officeDocument/2006/relationships/image" Target="../media/image7.jpe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sv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diagramColors" Target="../diagrams/colors1.xml"/><Relationship Id="rId11" Type="http://schemas.openxmlformats.org/officeDocument/2006/relationships/image" Target="../media/image20.svg"/><Relationship Id="rId5" Type="http://schemas.openxmlformats.org/officeDocument/2006/relationships/diagramQuickStyle" Target="../diagrams/quickStyle1.xml"/><Relationship Id="rId10" Type="http://schemas.openxmlformats.org/officeDocument/2006/relationships/image" Target="../media/image19.png"/><Relationship Id="rId4" Type="http://schemas.openxmlformats.org/officeDocument/2006/relationships/diagramLayout" Target="../diagrams/layout1.xml"/><Relationship Id="rId9" Type="http://schemas.openxmlformats.org/officeDocument/2006/relationships/image" Target="../media/image18.svg"/></Relationships>
</file>

<file path=ppt/slides/_rels/slide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0.xml"/><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13.xml"/><Relationship Id="rId1" Type="http://schemas.openxmlformats.org/officeDocument/2006/relationships/slideLayout" Target="../slideLayouts/slideLayout10.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10.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10.xml"/><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809A10CE-3967-614F-A34A-DECDD970D7D5}"/>
              </a:ext>
            </a:extLst>
          </p:cNvPr>
          <p:cNvSpPr>
            <a:spLocks noGrp="1"/>
          </p:cNvSpPr>
          <p:nvPr>
            <p:ph type="subTitle" idx="1"/>
          </p:nvPr>
        </p:nvSpPr>
        <p:spPr>
          <a:xfrm>
            <a:off x="1014262" y="2056367"/>
            <a:ext cx="7115476" cy="1987065"/>
          </a:xfrm>
        </p:spPr>
        <p:txBody>
          <a:bodyPr>
            <a:noAutofit/>
          </a:bodyPr>
          <a:lstStyle/>
          <a:p>
            <a:pPr>
              <a:lnSpc>
                <a:spcPct val="100000"/>
              </a:lnSpc>
            </a:pPr>
            <a:r>
              <a:rPr lang="es-ES" sz="3000" dirty="0"/>
              <a:t>DESARROLLO DE MODELOS DE LA PROGRESIÓN DEL DECLIVE COGNITIVO EN PACIENTES CON LA ENFERMEDAD DEL PARKINSON MEDIANTE LEASPY</a:t>
            </a:r>
          </a:p>
        </p:txBody>
      </p:sp>
      <p:sp>
        <p:nvSpPr>
          <p:cNvPr id="4" name="CuadroTexto 3">
            <a:extLst>
              <a:ext uri="{FF2B5EF4-FFF2-40B4-BE49-F238E27FC236}">
                <a16:creationId xmlns:a16="http://schemas.microsoft.com/office/drawing/2014/main" id="{A47D1DEC-3362-C53D-B7D1-D6C5B2616588}"/>
              </a:ext>
            </a:extLst>
          </p:cNvPr>
          <p:cNvSpPr txBox="1"/>
          <p:nvPr/>
        </p:nvSpPr>
        <p:spPr>
          <a:xfrm>
            <a:off x="3140781" y="4277196"/>
            <a:ext cx="4849257" cy="461665"/>
          </a:xfrm>
          <a:prstGeom prst="rect">
            <a:avLst/>
          </a:prstGeom>
          <a:noFill/>
        </p:spPr>
        <p:txBody>
          <a:bodyPr wrap="square" rtlCol="0">
            <a:spAutoFit/>
          </a:bodyPr>
          <a:lstStyle/>
          <a:p>
            <a:r>
              <a:rPr lang="es-ES" sz="2400" dirty="0"/>
              <a:t>Raquel Roca Pereira</a:t>
            </a:r>
          </a:p>
        </p:txBody>
      </p:sp>
      <p:sp>
        <p:nvSpPr>
          <p:cNvPr id="2" name="TextBox 1">
            <a:extLst>
              <a:ext uri="{FF2B5EF4-FFF2-40B4-BE49-F238E27FC236}">
                <a16:creationId xmlns:a16="http://schemas.microsoft.com/office/drawing/2014/main" id="{FC602AB4-EC7A-823F-EB4A-D3BDE6AD5097}"/>
              </a:ext>
            </a:extLst>
          </p:cNvPr>
          <p:cNvSpPr txBox="1"/>
          <p:nvPr/>
        </p:nvSpPr>
        <p:spPr>
          <a:xfrm>
            <a:off x="2210969" y="4967600"/>
            <a:ext cx="4722062" cy="369332"/>
          </a:xfrm>
          <a:prstGeom prst="rect">
            <a:avLst/>
          </a:prstGeom>
          <a:noFill/>
        </p:spPr>
        <p:txBody>
          <a:bodyPr wrap="none" rtlCol="0">
            <a:spAutoFit/>
          </a:bodyPr>
          <a:lstStyle/>
          <a:p>
            <a:r>
              <a:rPr lang="es-ES_tradnl" dirty="0">
                <a:solidFill>
                  <a:schemeClr val="tx1">
                    <a:lumMod val="50000"/>
                    <a:lumOff val="50000"/>
                  </a:schemeClr>
                </a:solidFill>
              </a:rPr>
              <a:t>Ingeniería Electrónica Industrial y Automática</a:t>
            </a:r>
            <a:endParaRPr lang="en-ES" dirty="0">
              <a:solidFill>
                <a:schemeClr val="tx1">
                  <a:lumMod val="50000"/>
                  <a:lumOff val="50000"/>
                </a:schemeClr>
              </a:solidFill>
            </a:endParaRPr>
          </a:p>
        </p:txBody>
      </p:sp>
    </p:spTree>
    <p:extLst>
      <p:ext uri="{BB962C8B-B14F-4D97-AF65-F5344CB8AC3E}">
        <p14:creationId xmlns:p14="http://schemas.microsoft.com/office/powerpoint/2010/main" val="2990257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a:normAutofit/>
          </a:bodyPr>
          <a:lstStyle/>
          <a:p>
            <a:r>
              <a:rPr lang="es-ES" dirty="0"/>
              <a:t>ÍNDICE</a:t>
            </a:r>
          </a:p>
        </p:txBody>
      </p:sp>
      <p:sp>
        <p:nvSpPr>
          <p:cNvPr id="6" name="Marcador de contenido 5">
            <a:extLst>
              <a:ext uri="{FF2B5EF4-FFF2-40B4-BE49-F238E27FC236}">
                <a16:creationId xmlns:a16="http://schemas.microsoft.com/office/drawing/2014/main" id="{3E24A0B9-A184-BA4C-B8F7-F7F16822EF0E}"/>
              </a:ext>
            </a:extLst>
          </p:cNvPr>
          <p:cNvSpPr>
            <a:spLocks noGrp="1"/>
          </p:cNvSpPr>
          <p:nvPr>
            <p:ph idx="1"/>
          </p:nvPr>
        </p:nvSpPr>
        <p:spPr/>
        <p:txBody>
          <a:bodyPr/>
          <a:lstStyle/>
          <a:p>
            <a:pPr marL="457200" indent="-457200">
              <a:buAutoNum type="arabicPeriod"/>
            </a:pPr>
            <a:r>
              <a:rPr lang="es-ES" dirty="0"/>
              <a:t>Introducción</a:t>
            </a:r>
          </a:p>
          <a:p>
            <a:pPr marL="457200" indent="-457200">
              <a:buAutoNum type="arabicPeriod"/>
            </a:pPr>
            <a:r>
              <a:rPr lang="es-ES" dirty="0"/>
              <a:t>Materiales</a:t>
            </a:r>
          </a:p>
          <a:p>
            <a:pPr marL="457200" indent="-457200">
              <a:buAutoNum type="arabicPeriod"/>
            </a:pPr>
            <a:r>
              <a:rPr lang="es-ES" dirty="0"/>
              <a:t>Métodos</a:t>
            </a:r>
          </a:p>
          <a:p>
            <a:pPr marL="457200" indent="-457200">
              <a:buAutoNum type="arabicPeriod"/>
            </a:pPr>
            <a:r>
              <a:rPr lang="es-ES" dirty="0"/>
              <a:t>Resultados</a:t>
            </a:r>
          </a:p>
          <a:p>
            <a:pPr marL="457200" indent="-457200">
              <a:buAutoNum type="arabicPeriod"/>
            </a:pPr>
            <a:r>
              <a:rPr lang="es-ES" dirty="0"/>
              <a:t>Conclusiones </a:t>
            </a:r>
          </a:p>
          <a:p>
            <a:pPr marL="457200" indent="-457200">
              <a:buAutoNum type="arabicPeriod"/>
            </a:pPr>
            <a:r>
              <a:rPr lang="es-ES" dirty="0"/>
              <a:t>Siguientes pasos</a:t>
            </a:r>
          </a:p>
          <a:p>
            <a:pPr marL="457200" indent="-457200">
              <a:buAutoNum type="arabicPeriod"/>
            </a:pPr>
            <a:endParaRPr lang="es-ES" dirty="0"/>
          </a:p>
          <a:p>
            <a:pPr marL="0" indent="0">
              <a:buNone/>
            </a:pPr>
            <a:endParaRPr lang="es-ES" dirty="0"/>
          </a:p>
        </p:txBody>
      </p:sp>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a:lstStyle/>
          <a:p>
            <a:fld id="{A59C5ADF-E1AA-1B44-878A-2B73B5F70500}" type="slidenum">
              <a:rPr lang="es-ES" smtClean="0"/>
              <a:t>1</a:t>
            </a:fld>
            <a:endParaRPr lang="es-ES"/>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spTree>
    <p:extLst>
      <p:ext uri="{BB962C8B-B14F-4D97-AF65-F5344CB8AC3E}">
        <p14:creationId xmlns:p14="http://schemas.microsoft.com/office/powerpoint/2010/main" val="1787942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a:lstStyle/>
          <a:p>
            <a:fld id="{A59C5ADF-E1AA-1B44-878A-2B73B5F70500}" type="slidenum">
              <a:rPr lang="es-ES" smtClean="0"/>
              <a:t>2</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a:normAutofit/>
          </a:bodyPr>
          <a:lstStyle/>
          <a:p>
            <a:pPr algn="ctr"/>
            <a:r>
              <a:rPr lang="es-ES" dirty="0"/>
              <a:t>1. Introducción</a:t>
            </a:r>
          </a:p>
        </p:txBody>
      </p:sp>
      <p:pic>
        <p:nvPicPr>
          <p:cNvPr id="7" name="Marcador de contenido 6" descr="Diagrama&#10;&#10;Descripción generada automáticamente">
            <a:extLst>
              <a:ext uri="{FF2B5EF4-FFF2-40B4-BE49-F238E27FC236}">
                <a16:creationId xmlns:a16="http://schemas.microsoft.com/office/drawing/2014/main" id="{F6FDAE27-8CD3-1DE9-B132-D92D3513D3C4}"/>
              </a:ext>
            </a:extLst>
          </p:cNvPr>
          <p:cNvPicPr>
            <a:picLocks noGrp="1" noChangeAspect="1"/>
          </p:cNvPicPr>
          <p:nvPr>
            <p:ph idx="4294967295"/>
          </p:nvPr>
        </p:nvPicPr>
        <p:blipFill>
          <a:blip r:embed="rId3"/>
          <a:stretch>
            <a:fillRect/>
          </a:stretch>
        </p:blipFill>
        <p:spPr>
          <a:xfrm>
            <a:off x="600502" y="1836318"/>
            <a:ext cx="3864319" cy="3101039"/>
          </a:xfrm>
        </p:spPr>
      </p:pic>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pic>
        <p:nvPicPr>
          <p:cNvPr id="9" name="Imagen 8" descr="Diagrama&#10;&#10;Descripción generada automáticamente">
            <a:extLst>
              <a:ext uri="{FF2B5EF4-FFF2-40B4-BE49-F238E27FC236}">
                <a16:creationId xmlns:a16="http://schemas.microsoft.com/office/drawing/2014/main" id="{988CE99E-EF73-22BC-DD0B-9ADFB432253D}"/>
              </a:ext>
            </a:extLst>
          </p:cNvPr>
          <p:cNvPicPr>
            <a:picLocks noChangeAspect="1"/>
          </p:cNvPicPr>
          <p:nvPr/>
        </p:nvPicPr>
        <p:blipFill>
          <a:blip r:embed="rId4"/>
          <a:stretch>
            <a:fillRect/>
          </a:stretch>
        </p:blipFill>
        <p:spPr>
          <a:xfrm>
            <a:off x="5148788" y="1328468"/>
            <a:ext cx="3394710" cy="2058370"/>
          </a:xfrm>
          <a:prstGeom prst="rect">
            <a:avLst/>
          </a:prstGeom>
        </p:spPr>
      </p:pic>
      <p:pic>
        <p:nvPicPr>
          <p:cNvPr id="11" name="Imagen 10" descr="Una imagen de una luz verde&#10;&#10;Descripción generada automáticamente con confianza baja">
            <a:extLst>
              <a:ext uri="{FF2B5EF4-FFF2-40B4-BE49-F238E27FC236}">
                <a16:creationId xmlns:a16="http://schemas.microsoft.com/office/drawing/2014/main" id="{C5B84FC0-E2FD-FF38-312B-C33DEA9915A7}"/>
              </a:ext>
            </a:extLst>
          </p:cNvPr>
          <p:cNvPicPr>
            <a:picLocks noChangeAspect="1"/>
          </p:cNvPicPr>
          <p:nvPr/>
        </p:nvPicPr>
        <p:blipFill>
          <a:blip r:embed="rId5"/>
          <a:stretch>
            <a:fillRect/>
          </a:stretch>
        </p:blipFill>
        <p:spPr>
          <a:xfrm>
            <a:off x="5362538" y="3789792"/>
            <a:ext cx="2967209" cy="2262928"/>
          </a:xfrm>
          <a:prstGeom prst="rect">
            <a:avLst/>
          </a:prstGeom>
        </p:spPr>
      </p:pic>
      <p:sp>
        <p:nvSpPr>
          <p:cNvPr id="4" name="CuadroTexto 3">
            <a:extLst>
              <a:ext uri="{FF2B5EF4-FFF2-40B4-BE49-F238E27FC236}">
                <a16:creationId xmlns:a16="http://schemas.microsoft.com/office/drawing/2014/main" id="{ED74AE27-A262-67D6-102C-654321039FE3}"/>
              </a:ext>
            </a:extLst>
          </p:cNvPr>
          <p:cNvSpPr txBox="1"/>
          <p:nvPr/>
        </p:nvSpPr>
        <p:spPr>
          <a:xfrm>
            <a:off x="600503" y="4825777"/>
            <a:ext cx="3864318" cy="400110"/>
          </a:xfrm>
          <a:prstGeom prst="rect">
            <a:avLst/>
          </a:prstGeom>
          <a:noFill/>
        </p:spPr>
        <p:txBody>
          <a:bodyPr wrap="square" rtlCol="0">
            <a:spAutoFit/>
          </a:bodyPr>
          <a:lstStyle/>
          <a:p>
            <a:pPr algn="ctr"/>
            <a:r>
              <a:rPr lang="es-ES" sz="1000" i="1" dirty="0"/>
              <a:t>Fig. 1: Comparación de la transferencia dopaminérgica entre una neurona sana y una afectada por la enfermedad de Parkinson</a:t>
            </a:r>
          </a:p>
        </p:txBody>
      </p:sp>
      <p:sp>
        <p:nvSpPr>
          <p:cNvPr id="6" name="CuadroTexto 5">
            <a:extLst>
              <a:ext uri="{FF2B5EF4-FFF2-40B4-BE49-F238E27FC236}">
                <a16:creationId xmlns:a16="http://schemas.microsoft.com/office/drawing/2014/main" id="{70457C64-D10F-F707-DE82-6EC4624FD1B2}"/>
              </a:ext>
            </a:extLst>
          </p:cNvPr>
          <p:cNvSpPr txBox="1"/>
          <p:nvPr/>
        </p:nvSpPr>
        <p:spPr>
          <a:xfrm>
            <a:off x="4913983" y="3309310"/>
            <a:ext cx="3864318" cy="246221"/>
          </a:xfrm>
          <a:prstGeom prst="rect">
            <a:avLst/>
          </a:prstGeom>
          <a:noFill/>
        </p:spPr>
        <p:txBody>
          <a:bodyPr wrap="square" rtlCol="0">
            <a:spAutoFit/>
          </a:bodyPr>
          <a:lstStyle/>
          <a:p>
            <a:pPr algn="ctr"/>
            <a:r>
              <a:rPr lang="es-ES" sz="1000" i="1" dirty="0"/>
              <a:t>Fig. 2: Etapas de la enfermedad de Parkinson</a:t>
            </a:r>
          </a:p>
        </p:txBody>
      </p:sp>
      <p:sp>
        <p:nvSpPr>
          <p:cNvPr id="8" name="CuadroTexto 7">
            <a:extLst>
              <a:ext uri="{FF2B5EF4-FFF2-40B4-BE49-F238E27FC236}">
                <a16:creationId xmlns:a16="http://schemas.microsoft.com/office/drawing/2014/main" id="{243A352E-1AC2-E4E1-AE02-27E32B023FEB}"/>
              </a:ext>
            </a:extLst>
          </p:cNvPr>
          <p:cNvSpPr txBox="1"/>
          <p:nvPr/>
        </p:nvSpPr>
        <p:spPr>
          <a:xfrm>
            <a:off x="5213734" y="6052720"/>
            <a:ext cx="3264817" cy="400110"/>
          </a:xfrm>
          <a:prstGeom prst="rect">
            <a:avLst/>
          </a:prstGeom>
          <a:noFill/>
        </p:spPr>
        <p:txBody>
          <a:bodyPr wrap="square" rtlCol="0">
            <a:spAutoFit/>
          </a:bodyPr>
          <a:lstStyle/>
          <a:p>
            <a:pPr algn="ctr"/>
            <a:r>
              <a:rPr lang="es-ES" sz="1000" i="1" dirty="0"/>
              <a:t>Fig. 3: Imágenes cerebrales de la evolución de un sujeto con Parkinson</a:t>
            </a:r>
          </a:p>
        </p:txBody>
      </p:sp>
    </p:spTree>
    <p:extLst>
      <p:ext uri="{BB962C8B-B14F-4D97-AF65-F5344CB8AC3E}">
        <p14:creationId xmlns:p14="http://schemas.microsoft.com/office/powerpoint/2010/main" val="1527172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a:lstStyle/>
          <a:p>
            <a:fld id="{A59C5ADF-E1AA-1B44-878A-2B73B5F70500}" type="slidenum">
              <a:rPr lang="es-ES" smtClean="0"/>
              <a:t>3</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a:normAutofit/>
          </a:bodyPr>
          <a:lstStyle/>
          <a:p>
            <a:pPr algn="ctr"/>
            <a:r>
              <a:rPr lang="es-ES"/>
              <a:t>1. Introducción</a:t>
            </a:r>
            <a:endParaRPr lang="es-ES" dirty="0"/>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pic>
        <p:nvPicPr>
          <p:cNvPr id="6" name="Imagen 5" descr="Gráfico, Gráfico de barras&#10;&#10;Descripción generada automáticamente">
            <a:extLst>
              <a:ext uri="{FF2B5EF4-FFF2-40B4-BE49-F238E27FC236}">
                <a16:creationId xmlns:a16="http://schemas.microsoft.com/office/drawing/2014/main" id="{17CF220C-0AE8-16FE-96DC-C0915437A7F2}"/>
              </a:ext>
            </a:extLst>
          </p:cNvPr>
          <p:cNvPicPr>
            <a:picLocks noChangeAspect="1"/>
          </p:cNvPicPr>
          <p:nvPr/>
        </p:nvPicPr>
        <p:blipFill>
          <a:blip r:embed="rId3"/>
          <a:stretch>
            <a:fillRect/>
          </a:stretch>
        </p:blipFill>
        <p:spPr>
          <a:xfrm>
            <a:off x="3350472" y="1187494"/>
            <a:ext cx="5617029" cy="5130003"/>
          </a:xfrm>
          <a:prstGeom prst="rect">
            <a:avLst/>
          </a:prstGeom>
        </p:spPr>
      </p:pic>
      <p:sp>
        <p:nvSpPr>
          <p:cNvPr id="8" name="CuadroTexto 7">
            <a:extLst>
              <a:ext uri="{FF2B5EF4-FFF2-40B4-BE49-F238E27FC236}">
                <a16:creationId xmlns:a16="http://schemas.microsoft.com/office/drawing/2014/main" id="{102CA658-E9AC-0554-AD05-E48986C5E4CF}"/>
              </a:ext>
            </a:extLst>
          </p:cNvPr>
          <p:cNvSpPr txBox="1"/>
          <p:nvPr/>
        </p:nvSpPr>
        <p:spPr>
          <a:xfrm>
            <a:off x="263236" y="2921168"/>
            <a:ext cx="2985013" cy="1015663"/>
          </a:xfrm>
          <a:prstGeom prst="rect">
            <a:avLst/>
          </a:prstGeom>
          <a:noFill/>
        </p:spPr>
        <p:txBody>
          <a:bodyPr wrap="square" rtlCol="0">
            <a:spAutoFit/>
          </a:bodyPr>
          <a:lstStyle/>
          <a:p>
            <a:r>
              <a:rPr lang="es-ES" sz="2000" dirty="0"/>
              <a:t>REGISTRO DE CASOS DE PARKINSON EN ESPAÑA (2011-2022)</a:t>
            </a:r>
          </a:p>
        </p:txBody>
      </p:sp>
      <p:sp>
        <p:nvSpPr>
          <p:cNvPr id="4" name="CuadroTexto 3">
            <a:extLst>
              <a:ext uri="{FF2B5EF4-FFF2-40B4-BE49-F238E27FC236}">
                <a16:creationId xmlns:a16="http://schemas.microsoft.com/office/drawing/2014/main" id="{2B92C8FA-EB52-117A-DFFF-B2CADE1B8278}"/>
              </a:ext>
            </a:extLst>
          </p:cNvPr>
          <p:cNvSpPr txBox="1"/>
          <p:nvPr/>
        </p:nvSpPr>
        <p:spPr>
          <a:xfrm>
            <a:off x="4457046" y="5988723"/>
            <a:ext cx="3864318" cy="400110"/>
          </a:xfrm>
          <a:prstGeom prst="rect">
            <a:avLst/>
          </a:prstGeom>
          <a:noFill/>
        </p:spPr>
        <p:txBody>
          <a:bodyPr wrap="square" rtlCol="0">
            <a:spAutoFit/>
          </a:bodyPr>
          <a:lstStyle/>
          <a:p>
            <a:pPr algn="ctr"/>
            <a:r>
              <a:rPr lang="es-ES" sz="1000" i="1" dirty="0"/>
              <a:t>Fig. 4: Registro de casos de Parkinson en España entre 2011 y 2022. Fuente: Statista</a:t>
            </a:r>
          </a:p>
        </p:txBody>
      </p:sp>
    </p:spTree>
    <p:extLst>
      <p:ext uri="{BB962C8B-B14F-4D97-AF65-F5344CB8AC3E}">
        <p14:creationId xmlns:p14="http://schemas.microsoft.com/office/powerpoint/2010/main" val="1826662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a:lstStyle/>
          <a:p>
            <a:fld id="{A59C5ADF-E1AA-1B44-878A-2B73B5F70500}" type="slidenum">
              <a:rPr lang="es-ES" smtClean="0"/>
              <a:t>4</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a:normAutofit/>
          </a:bodyPr>
          <a:lstStyle/>
          <a:p>
            <a:pPr algn="ctr"/>
            <a:r>
              <a:rPr lang="es-ES" dirty="0"/>
              <a:t>2. Materiales</a:t>
            </a:r>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pic>
        <p:nvPicPr>
          <p:cNvPr id="7" name="Imagen 6" descr="Imagen que contiene Diagrama&#10;&#10;Descripción generada automáticamente">
            <a:extLst>
              <a:ext uri="{FF2B5EF4-FFF2-40B4-BE49-F238E27FC236}">
                <a16:creationId xmlns:a16="http://schemas.microsoft.com/office/drawing/2014/main" id="{FDFAB71F-CDA7-C5BF-6465-61C0FB7D9863}"/>
              </a:ext>
            </a:extLst>
          </p:cNvPr>
          <p:cNvPicPr>
            <a:picLocks noChangeAspect="1"/>
          </p:cNvPicPr>
          <p:nvPr/>
        </p:nvPicPr>
        <p:blipFill>
          <a:blip r:embed="rId3"/>
          <a:stretch>
            <a:fillRect/>
          </a:stretch>
        </p:blipFill>
        <p:spPr>
          <a:xfrm>
            <a:off x="674560" y="2269612"/>
            <a:ext cx="2366517" cy="917763"/>
          </a:xfrm>
          <a:prstGeom prst="rect">
            <a:avLst/>
          </a:prstGeom>
        </p:spPr>
      </p:pic>
      <p:pic>
        <p:nvPicPr>
          <p:cNvPr id="9" name="Imagen 8" descr="Logotipo, nombre de la empresa&#10;&#10;Descripción generada automáticamente">
            <a:extLst>
              <a:ext uri="{FF2B5EF4-FFF2-40B4-BE49-F238E27FC236}">
                <a16:creationId xmlns:a16="http://schemas.microsoft.com/office/drawing/2014/main" id="{A42951EC-0523-6F21-31C1-5ADD12A4E0D6}"/>
              </a:ext>
            </a:extLst>
          </p:cNvPr>
          <p:cNvPicPr>
            <a:picLocks noChangeAspect="1"/>
          </p:cNvPicPr>
          <p:nvPr/>
        </p:nvPicPr>
        <p:blipFill>
          <a:blip r:embed="rId4"/>
          <a:stretch>
            <a:fillRect/>
          </a:stretch>
        </p:blipFill>
        <p:spPr>
          <a:xfrm>
            <a:off x="6485022" y="2226982"/>
            <a:ext cx="1565322" cy="1003022"/>
          </a:xfrm>
          <a:prstGeom prst="rect">
            <a:avLst/>
          </a:prstGeom>
        </p:spPr>
      </p:pic>
      <p:pic>
        <p:nvPicPr>
          <p:cNvPr id="11" name="Imagen 10" descr="Logotipo, nombre de la empresa&#10;&#10;Descripción generada automáticamente">
            <a:extLst>
              <a:ext uri="{FF2B5EF4-FFF2-40B4-BE49-F238E27FC236}">
                <a16:creationId xmlns:a16="http://schemas.microsoft.com/office/drawing/2014/main" id="{E2AE39CA-B5F0-1780-D6B7-121DBDB8C6DA}"/>
              </a:ext>
            </a:extLst>
          </p:cNvPr>
          <p:cNvPicPr>
            <a:picLocks noChangeAspect="1"/>
          </p:cNvPicPr>
          <p:nvPr/>
        </p:nvPicPr>
        <p:blipFill>
          <a:blip r:embed="rId5"/>
          <a:stretch>
            <a:fillRect/>
          </a:stretch>
        </p:blipFill>
        <p:spPr>
          <a:xfrm>
            <a:off x="3608752" y="2132378"/>
            <a:ext cx="2308594" cy="1154297"/>
          </a:xfrm>
          <a:prstGeom prst="rect">
            <a:avLst/>
          </a:prstGeom>
        </p:spPr>
      </p:pic>
      <p:pic>
        <p:nvPicPr>
          <p:cNvPr id="6" name="Imagen 5" descr="Logotipo&#10;&#10;Descripción generada automáticamente con confianza media">
            <a:extLst>
              <a:ext uri="{FF2B5EF4-FFF2-40B4-BE49-F238E27FC236}">
                <a16:creationId xmlns:a16="http://schemas.microsoft.com/office/drawing/2014/main" id="{645F69A1-BF45-029F-BCCC-789804A41CF7}"/>
              </a:ext>
            </a:extLst>
          </p:cNvPr>
          <p:cNvPicPr>
            <a:picLocks noChangeAspect="1"/>
          </p:cNvPicPr>
          <p:nvPr/>
        </p:nvPicPr>
        <p:blipFill>
          <a:blip r:embed="rId6"/>
          <a:stretch>
            <a:fillRect/>
          </a:stretch>
        </p:blipFill>
        <p:spPr>
          <a:xfrm>
            <a:off x="1857819" y="3778562"/>
            <a:ext cx="2324363" cy="1546758"/>
          </a:xfrm>
          <a:prstGeom prst="rect">
            <a:avLst/>
          </a:prstGeom>
        </p:spPr>
      </p:pic>
      <p:pic>
        <p:nvPicPr>
          <p:cNvPr id="13" name="Imagen 12" descr="Icono&#10;&#10;Descripción generada automáticamente">
            <a:extLst>
              <a:ext uri="{FF2B5EF4-FFF2-40B4-BE49-F238E27FC236}">
                <a16:creationId xmlns:a16="http://schemas.microsoft.com/office/drawing/2014/main" id="{1D2A87F5-6FE7-E2C5-BFF5-98E8D761B4A0}"/>
              </a:ext>
            </a:extLst>
          </p:cNvPr>
          <p:cNvPicPr>
            <a:picLocks noChangeAspect="1"/>
          </p:cNvPicPr>
          <p:nvPr/>
        </p:nvPicPr>
        <p:blipFill>
          <a:blip r:embed="rId7"/>
          <a:stretch>
            <a:fillRect/>
          </a:stretch>
        </p:blipFill>
        <p:spPr>
          <a:xfrm>
            <a:off x="4677804" y="4335076"/>
            <a:ext cx="1651942" cy="433729"/>
          </a:xfrm>
          <a:prstGeom prst="rect">
            <a:avLst/>
          </a:prstGeom>
        </p:spPr>
      </p:pic>
      <p:pic>
        <p:nvPicPr>
          <p:cNvPr id="15" name="Imagen 14" descr="Logotipo&#10;&#10;Descripción generada automáticamente">
            <a:extLst>
              <a:ext uri="{FF2B5EF4-FFF2-40B4-BE49-F238E27FC236}">
                <a16:creationId xmlns:a16="http://schemas.microsoft.com/office/drawing/2014/main" id="{B6340C26-90AB-6505-D0AB-516785656631}"/>
              </a:ext>
            </a:extLst>
          </p:cNvPr>
          <p:cNvPicPr>
            <a:picLocks noChangeAspect="1"/>
          </p:cNvPicPr>
          <p:nvPr/>
        </p:nvPicPr>
        <p:blipFill>
          <a:blip r:embed="rId8"/>
          <a:stretch>
            <a:fillRect/>
          </a:stretch>
        </p:blipFill>
        <p:spPr>
          <a:xfrm>
            <a:off x="447967" y="4076313"/>
            <a:ext cx="914230" cy="905713"/>
          </a:xfrm>
          <a:prstGeom prst="rect">
            <a:avLst/>
          </a:prstGeom>
        </p:spPr>
      </p:pic>
      <p:pic>
        <p:nvPicPr>
          <p:cNvPr id="17" name="Imagen 16" descr="Logotipo, nombre de la empresa&#10;&#10;Descripción generada automáticamente">
            <a:extLst>
              <a:ext uri="{FF2B5EF4-FFF2-40B4-BE49-F238E27FC236}">
                <a16:creationId xmlns:a16="http://schemas.microsoft.com/office/drawing/2014/main" id="{3397C2FB-EA7F-D904-CC19-D754CF0CB651}"/>
              </a:ext>
            </a:extLst>
          </p:cNvPr>
          <p:cNvPicPr>
            <a:picLocks noChangeAspect="1"/>
          </p:cNvPicPr>
          <p:nvPr/>
        </p:nvPicPr>
        <p:blipFill>
          <a:blip r:embed="rId9"/>
          <a:stretch>
            <a:fillRect/>
          </a:stretch>
        </p:blipFill>
        <p:spPr>
          <a:xfrm>
            <a:off x="6825368" y="3797237"/>
            <a:ext cx="1546758" cy="1546758"/>
          </a:xfrm>
          <a:prstGeom prst="rect">
            <a:avLst/>
          </a:prstGeom>
        </p:spPr>
      </p:pic>
    </p:spTree>
    <p:extLst>
      <p:ext uri="{BB962C8B-B14F-4D97-AF65-F5344CB8AC3E}">
        <p14:creationId xmlns:p14="http://schemas.microsoft.com/office/powerpoint/2010/main" val="2164057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a:lstStyle/>
          <a:p>
            <a:fld id="{A59C5ADF-E1AA-1B44-878A-2B73B5F70500}" type="slidenum">
              <a:rPr lang="es-ES" smtClean="0"/>
              <a:t>5</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a:normAutofit/>
          </a:bodyPr>
          <a:lstStyle/>
          <a:p>
            <a:pPr algn="ctr"/>
            <a:r>
              <a:rPr lang="es-ES" dirty="0"/>
              <a:t>3. Métodos</a:t>
            </a:r>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2B674C39-D7FC-7F83-8941-C98177771FEA}"/>
              </a:ext>
            </a:extLst>
          </p:cNvPr>
          <p:cNvSpPr txBox="1"/>
          <p:nvPr/>
        </p:nvSpPr>
        <p:spPr>
          <a:xfrm>
            <a:off x="447967" y="1259664"/>
            <a:ext cx="4363695" cy="461665"/>
          </a:xfrm>
          <a:prstGeom prst="rect">
            <a:avLst/>
          </a:prstGeom>
          <a:noFill/>
        </p:spPr>
        <p:txBody>
          <a:bodyPr wrap="none" rtlCol="0">
            <a:spAutoFit/>
          </a:bodyPr>
          <a:lstStyle/>
          <a:p>
            <a:r>
              <a:rPr lang="es-ES" sz="2400" dirty="0"/>
              <a:t>3.1. Análisis al inicio del estudio</a:t>
            </a:r>
          </a:p>
        </p:txBody>
      </p:sp>
      <p:graphicFrame>
        <p:nvGraphicFramePr>
          <p:cNvPr id="8" name="Tabla 7">
            <a:extLst>
              <a:ext uri="{FF2B5EF4-FFF2-40B4-BE49-F238E27FC236}">
                <a16:creationId xmlns:a16="http://schemas.microsoft.com/office/drawing/2014/main" id="{152536E8-D996-C359-97BF-C4A391BFCB60}"/>
              </a:ext>
            </a:extLst>
          </p:cNvPr>
          <p:cNvGraphicFramePr>
            <a:graphicFrameLocks noGrp="1"/>
          </p:cNvGraphicFramePr>
          <p:nvPr>
            <p:extLst>
              <p:ext uri="{D42A27DB-BD31-4B8C-83A1-F6EECF244321}">
                <p14:modId xmlns:p14="http://schemas.microsoft.com/office/powerpoint/2010/main" val="3493999789"/>
              </p:ext>
            </p:extLst>
          </p:nvPr>
        </p:nvGraphicFramePr>
        <p:xfrm>
          <a:off x="4631889" y="1967535"/>
          <a:ext cx="3753853" cy="1485900"/>
        </p:xfrm>
        <a:graphic>
          <a:graphicData uri="http://schemas.openxmlformats.org/drawingml/2006/table">
            <a:tbl>
              <a:tblPr firstRow="1" bandRow="1">
                <a:tableStyleId>{5940675A-B579-460E-94D1-54222C63F5DA}</a:tableStyleId>
              </a:tblPr>
              <a:tblGrid>
                <a:gridCol w="922607">
                  <a:extLst>
                    <a:ext uri="{9D8B030D-6E8A-4147-A177-3AD203B41FA5}">
                      <a16:colId xmlns:a16="http://schemas.microsoft.com/office/drawing/2014/main" val="2829792865"/>
                    </a:ext>
                  </a:extLst>
                </a:gridCol>
                <a:gridCol w="1415623">
                  <a:extLst>
                    <a:ext uri="{9D8B030D-6E8A-4147-A177-3AD203B41FA5}">
                      <a16:colId xmlns:a16="http://schemas.microsoft.com/office/drawing/2014/main" val="163941164"/>
                    </a:ext>
                  </a:extLst>
                </a:gridCol>
                <a:gridCol w="1415623">
                  <a:extLst>
                    <a:ext uri="{9D8B030D-6E8A-4147-A177-3AD203B41FA5}">
                      <a16:colId xmlns:a16="http://schemas.microsoft.com/office/drawing/2014/main" val="1176701230"/>
                    </a:ext>
                  </a:extLst>
                </a:gridCol>
              </a:tblGrid>
              <a:tr h="249232">
                <a:tc gridSpan="3">
                  <a:txBody>
                    <a:bodyPr/>
                    <a:lstStyle/>
                    <a:p>
                      <a:r>
                        <a:rPr lang="es-ES" dirty="0"/>
                        <a:t>CLASIFICACION PRINCIPAL</a:t>
                      </a:r>
                    </a:p>
                  </a:txBody>
                  <a:tcPr>
                    <a:solidFill>
                      <a:schemeClr val="bg2">
                        <a:lumMod val="75000"/>
                      </a:schemeClr>
                    </a:solidFill>
                  </a:tcPr>
                </a:tc>
                <a:tc hMerge="1">
                  <a:txBody>
                    <a:bodyPr/>
                    <a:lstStyle/>
                    <a:p>
                      <a:endParaRPr lang="es-ES" dirty="0"/>
                    </a:p>
                  </a:txBody>
                  <a:tcPr>
                    <a:solidFill>
                      <a:schemeClr val="bg2">
                        <a:lumMod val="75000"/>
                      </a:schemeClr>
                    </a:solidFill>
                  </a:tcPr>
                </a:tc>
                <a:tc hMerge="1">
                  <a:txBody>
                    <a:bodyPr/>
                    <a:lstStyle/>
                    <a:p>
                      <a:endParaRPr lang="es-ES" dirty="0"/>
                    </a:p>
                  </a:txBody>
                  <a:tcPr>
                    <a:solidFill>
                      <a:schemeClr val="bg2">
                        <a:lumMod val="75000"/>
                      </a:schemeClr>
                    </a:solidFill>
                  </a:tcPr>
                </a:tc>
                <a:extLst>
                  <a:ext uri="{0D108BD9-81ED-4DB2-BD59-A6C34878D82A}">
                    <a16:rowId xmlns:a16="http://schemas.microsoft.com/office/drawing/2014/main" val="1300984707"/>
                  </a:ext>
                </a:extLst>
              </a:tr>
              <a:tr h="249232">
                <a:tc>
                  <a:txBody>
                    <a:bodyPr/>
                    <a:lstStyle/>
                    <a:p>
                      <a:endParaRPr lang="es-ES" dirty="0"/>
                    </a:p>
                  </a:txBody>
                  <a:tcPr>
                    <a:lnTlToBr w="12700" cap="flat" cmpd="sng" algn="ctr">
                      <a:solidFill>
                        <a:schemeClr val="tx1"/>
                      </a:solidFill>
                      <a:prstDash val="solid"/>
                      <a:round/>
                      <a:headEnd type="none" w="med" len="med"/>
                      <a:tailEnd type="none" w="med" len="med"/>
                    </a:lnTlToBr>
                    <a:solidFill>
                      <a:schemeClr val="bg1">
                        <a:lumMod val="85000"/>
                      </a:schemeClr>
                    </a:solidFill>
                  </a:tcPr>
                </a:tc>
                <a:tc>
                  <a:txBody>
                    <a:bodyPr/>
                    <a:lstStyle/>
                    <a:p>
                      <a:r>
                        <a:rPr lang="es-ES" dirty="0" err="1"/>
                        <a:t>Nº</a:t>
                      </a:r>
                      <a:r>
                        <a:rPr lang="es-ES" dirty="0"/>
                        <a:t> Pacientes</a:t>
                      </a:r>
                    </a:p>
                  </a:txBody>
                  <a:tcPr>
                    <a:solidFill>
                      <a:schemeClr val="bg1">
                        <a:lumMod val="85000"/>
                      </a:schemeClr>
                    </a:solidFill>
                  </a:tcPr>
                </a:tc>
                <a:tc>
                  <a:txBody>
                    <a:bodyPr/>
                    <a:lstStyle/>
                    <a:p>
                      <a:r>
                        <a:rPr lang="es-ES" dirty="0"/>
                        <a:t>Porcentaje</a:t>
                      </a:r>
                    </a:p>
                  </a:txBody>
                  <a:tcPr>
                    <a:solidFill>
                      <a:schemeClr val="bg1">
                        <a:lumMod val="85000"/>
                      </a:schemeClr>
                    </a:solidFill>
                  </a:tcPr>
                </a:tc>
                <a:extLst>
                  <a:ext uri="{0D108BD9-81ED-4DB2-BD59-A6C34878D82A}">
                    <a16:rowId xmlns:a16="http://schemas.microsoft.com/office/drawing/2014/main" val="1086079707"/>
                  </a:ext>
                </a:extLst>
              </a:tr>
              <a:tr h="249232">
                <a:tc>
                  <a:txBody>
                    <a:bodyPr/>
                    <a:lstStyle/>
                    <a:p>
                      <a:r>
                        <a:rPr lang="es-ES" dirty="0"/>
                        <a:t>TOTAL</a:t>
                      </a:r>
                    </a:p>
                  </a:txBody>
                  <a:tcPr>
                    <a:solidFill>
                      <a:schemeClr val="bg1">
                        <a:lumMod val="85000"/>
                      </a:schemeClr>
                    </a:solidFill>
                  </a:tcPr>
                </a:tc>
                <a:tc>
                  <a:txBody>
                    <a:bodyPr/>
                    <a:lstStyle/>
                    <a:p>
                      <a:r>
                        <a:rPr lang="es-ES" dirty="0"/>
                        <a:t>683</a:t>
                      </a:r>
                    </a:p>
                  </a:txBody>
                  <a:tcPr/>
                </a:tc>
                <a:tc>
                  <a:txBody>
                    <a:bodyPr/>
                    <a:lstStyle/>
                    <a:p>
                      <a:r>
                        <a:rPr lang="es-ES" dirty="0"/>
                        <a:t>100%</a:t>
                      </a:r>
                    </a:p>
                  </a:txBody>
                  <a:tcPr/>
                </a:tc>
                <a:extLst>
                  <a:ext uri="{0D108BD9-81ED-4DB2-BD59-A6C34878D82A}">
                    <a16:rowId xmlns:a16="http://schemas.microsoft.com/office/drawing/2014/main" val="1102238040"/>
                  </a:ext>
                </a:extLst>
              </a:tr>
              <a:tr h="249232">
                <a:tc>
                  <a:txBody>
                    <a:bodyPr/>
                    <a:lstStyle/>
                    <a:p>
                      <a:r>
                        <a:rPr lang="es-ES" dirty="0"/>
                        <a:t>PD</a:t>
                      </a:r>
                    </a:p>
                  </a:txBody>
                  <a:tcPr>
                    <a:solidFill>
                      <a:schemeClr val="bg1">
                        <a:lumMod val="85000"/>
                      </a:schemeClr>
                    </a:solidFill>
                  </a:tcPr>
                </a:tc>
                <a:tc>
                  <a:txBody>
                    <a:bodyPr/>
                    <a:lstStyle/>
                    <a:p>
                      <a:r>
                        <a:rPr lang="es-ES" dirty="0"/>
                        <a:t>423</a:t>
                      </a:r>
                    </a:p>
                  </a:txBody>
                  <a:tcPr/>
                </a:tc>
                <a:tc>
                  <a:txBody>
                    <a:bodyPr/>
                    <a:lstStyle/>
                    <a:p>
                      <a:r>
                        <a:rPr lang="es-ES" dirty="0"/>
                        <a:t>61,9%</a:t>
                      </a:r>
                    </a:p>
                  </a:txBody>
                  <a:tcPr/>
                </a:tc>
                <a:extLst>
                  <a:ext uri="{0D108BD9-81ED-4DB2-BD59-A6C34878D82A}">
                    <a16:rowId xmlns:a16="http://schemas.microsoft.com/office/drawing/2014/main" val="1283634966"/>
                  </a:ext>
                </a:extLst>
              </a:tr>
              <a:tr h="264161">
                <a:tc>
                  <a:txBody>
                    <a:bodyPr/>
                    <a:lstStyle/>
                    <a:p>
                      <a:r>
                        <a:rPr lang="es-ES" dirty="0"/>
                        <a:t>HC</a:t>
                      </a:r>
                    </a:p>
                  </a:txBody>
                  <a:tcPr>
                    <a:solidFill>
                      <a:schemeClr val="bg1">
                        <a:lumMod val="85000"/>
                      </a:schemeClr>
                    </a:solidFill>
                  </a:tcPr>
                </a:tc>
                <a:tc>
                  <a:txBody>
                    <a:bodyPr/>
                    <a:lstStyle/>
                    <a:p>
                      <a:r>
                        <a:rPr lang="es-ES" dirty="0"/>
                        <a:t>196</a:t>
                      </a:r>
                    </a:p>
                  </a:txBody>
                  <a:tcPr/>
                </a:tc>
                <a:tc>
                  <a:txBody>
                    <a:bodyPr/>
                    <a:lstStyle/>
                    <a:p>
                      <a:r>
                        <a:rPr lang="es-ES" dirty="0"/>
                        <a:t>28,7%</a:t>
                      </a:r>
                    </a:p>
                  </a:txBody>
                  <a:tcPr/>
                </a:tc>
                <a:extLst>
                  <a:ext uri="{0D108BD9-81ED-4DB2-BD59-A6C34878D82A}">
                    <a16:rowId xmlns:a16="http://schemas.microsoft.com/office/drawing/2014/main" val="3440751687"/>
                  </a:ext>
                </a:extLst>
              </a:tr>
            </a:tbl>
          </a:graphicData>
        </a:graphic>
      </p:graphicFrame>
      <p:graphicFrame>
        <p:nvGraphicFramePr>
          <p:cNvPr id="9" name="Tabla 8">
            <a:extLst>
              <a:ext uri="{FF2B5EF4-FFF2-40B4-BE49-F238E27FC236}">
                <a16:creationId xmlns:a16="http://schemas.microsoft.com/office/drawing/2014/main" id="{85B0E3ED-72BE-0684-5C71-0B68C734D9CA}"/>
              </a:ext>
            </a:extLst>
          </p:cNvPr>
          <p:cNvGraphicFramePr>
            <a:graphicFrameLocks noGrp="1"/>
          </p:cNvGraphicFramePr>
          <p:nvPr>
            <p:extLst>
              <p:ext uri="{D42A27DB-BD31-4B8C-83A1-F6EECF244321}">
                <p14:modId xmlns:p14="http://schemas.microsoft.com/office/powerpoint/2010/main" val="2258230899"/>
              </p:ext>
            </p:extLst>
          </p:nvPr>
        </p:nvGraphicFramePr>
        <p:xfrm>
          <a:off x="4631888" y="4127222"/>
          <a:ext cx="3753853" cy="1485900"/>
        </p:xfrm>
        <a:graphic>
          <a:graphicData uri="http://schemas.openxmlformats.org/drawingml/2006/table">
            <a:tbl>
              <a:tblPr firstRow="1" bandRow="1">
                <a:tableStyleId>{5940675A-B579-460E-94D1-54222C63F5DA}</a:tableStyleId>
              </a:tblPr>
              <a:tblGrid>
                <a:gridCol w="922607">
                  <a:extLst>
                    <a:ext uri="{9D8B030D-6E8A-4147-A177-3AD203B41FA5}">
                      <a16:colId xmlns:a16="http://schemas.microsoft.com/office/drawing/2014/main" val="2204502668"/>
                    </a:ext>
                  </a:extLst>
                </a:gridCol>
                <a:gridCol w="1415623">
                  <a:extLst>
                    <a:ext uri="{9D8B030D-6E8A-4147-A177-3AD203B41FA5}">
                      <a16:colId xmlns:a16="http://schemas.microsoft.com/office/drawing/2014/main" val="2993149276"/>
                    </a:ext>
                  </a:extLst>
                </a:gridCol>
                <a:gridCol w="1415623">
                  <a:extLst>
                    <a:ext uri="{9D8B030D-6E8A-4147-A177-3AD203B41FA5}">
                      <a16:colId xmlns:a16="http://schemas.microsoft.com/office/drawing/2014/main" val="4285243395"/>
                    </a:ext>
                  </a:extLst>
                </a:gridCol>
              </a:tblGrid>
              <a:tr h="289505">
                <a:tc gridSpan="3">
                  <a:txBody>
                    <a:bodyPr/>
                    <a:lstStyle/>
                    <a:p>
                      <a:pPr marL="0" algn="l" defTabSz="685800" rtl="0" eaLnBrk="1" latinLnBrk="0" hangingPunct="1"/>
                      <a:r>
                        <a:rPr lang="es-ES" sz="1350" kern="1200" dirty="0">
                          <a:solidFill>
                            <a:schemeClr val="tx1"/>
                          </a:solidFill>
                          <a:latin typeface="+mn-lt"/>
                          <a:ea typeface="+mn-ea"/>
                          <a:cs typeface="+mn-cs"/>
                        </a:rPr>
                        <a:t>SUBCLASIFICACIÓN GRUPO PD</a:t>
                      </a:r>
                    </a:p>
                  </a:txBody>
                  <a:tcPr>
                    <a:solidFill>
                      <a:schemeClr val="bg2">
                        <a:lumMod val="75000"/>
                      </a:schemeClr>
                    </a:solidFill>
                  </a:tcPr>
                </a:tc>
                <a:tc hMerge="1">
                  <a:txBody>
                    <a:bodyPr/>
                    <a:lstStyle/>
                    <a:p>
                      <a:pPr marL="0" algn="l" defTabSz="685800" rtl="0" eaLnBrk="1" latinLnBrk="0" hangingPunct="1"/>
                      <a:endParaRPr lang="es-ES" sz="1350" kern="1200" dirty="0">
                        <a:solidFill>
                          <a:schemeClr val="tx1"/>
                        </a:solidFill>
                        <a:latin typeface="+mn-lt"/>
                        <a:ea typeface="+mn-ea"/>
                        <a:cs typeface="+mn-cs"/>
                      </a:endParaRPr>
                    </a:p>
                  </a:txBody>
                  <a:tcPr/>
                </a:tc>
                <a:tc hMerge="1">
                  <a:txBody>
                    <a:bodyPr/>
                    <a:lstStyle/>
                    <a:p>
                      <a:pPr marL="0" algn="l" defTabSz="685800" rtl="0" eaLnBrk="1" latinLnBrk="0" hangingPunct="1"/>
                      <a:endParaRPr lang="es-ES" sz="1350" kern="1200" dirty="0">
                        <a:solidFill>
                          <a:schemeClr val="tx1"/>
                        </a:solidFill>
                        <a:latin typeface="+mn-lt"/>
                        <a:ea typeface="+mn-ea"/>
                        <a:cs typeface="+mn-cs"/>
                      </a:endParaRPr>
                    </a:p>
                  </a:txBody>
                  <a:tcPr/>
                </a:tc>
                <a:extLst>
                  <a:ext uri="{0D108BD9-81ED-4DB2-BD59-A6C34878D82A}">
                    <a16:rowId xmlns:a16="http://schemas.microsoft.com/office/drawing/2014/main" val="3003120540"/>
                  </a:ext>
                </a:extLst>
              </a:tr>
              <a:tr h="249232">
                <a:tc>
                  <a:txBody>
                    <a:bodyPr/>
                    <a:lstStyle/>
                    <a:p>
                      <a:pPr marL="0" algn="l" defTabSz="685800" rtl="0" eaLnBrk="1" latinLnBrk="0" hangingPunct="1"/>
                      <a:endParaRPr lang="es-ES" sz="1350" kern="1200" dirty="0">
                        <a:solidFill>
                          <a:schemeClr val="tx1"/>
                        </a:solidFill>
                        <a:latin typeface="+mn-lt"/>
                        <a:ea typeface="+mn-ea"/>
                        <a:cs typeface="+mn-cs"/>
                      </a:endParaRPr>
                    </a:p>
                  </a:txBody>
                  <a:tcPr>
                    <a:lnTlToBr w="12700" cap="flat" cmpd="sng" algn="ctr">
                      <a:solidFill>
                        <a:schemeClr val="tx1"/>
                      </a:solidFill>
                      <a:prstDash val="solid"/>
                      <a:round/>
                      <a:headEnd type="none" w="med" len="med"/>
                      <a:tailEnd type="none" w="med" len="med"/>
                    </a:lnTlToBr>
                    <a:solidFill>
                      <a:schemeClr val="bg1">
                        <a:lumMod val="85000"/>
                      </a:schemeClr>
                    </a:solidFill>
                  </a:tcPr>
                </a:tc>
                <a:tc>
                  <a:txBody>
                    <a:bodyPr/>
                    <a:lstStyle/>
                    <a:p>
                      <a:pPr marL="0" algn="l" defTabSz="685800" rtl="0" eaLnBrk="1" latinLnBrk="0" hangingPunct="1"/>
                      <a:r>
                        <a:rPr lang="es-ES" sz="1350" kern="1200" dirty="0" err="1">
                          <a:solidFill>
                            <a:schemeClr val="tx1"/>
                          </a:solidFill>
                          <a:latin typeface="+mn-lt"/>
                          <a:ea typeface="+mn-ea"/>
                          <a:cs typeface="+mn-cs"/>
                        </a:rPr>
                        <a:t>Nº</a:t>
                      </a:r>
                      <a:r>
                        <a:rPr lang="es-ES" sz="1350" kern="1200" dirty="0">
                          <a:solidFill>
                            <a:schemeClr val="tx1"/>
                          </a:solidFill>
                          <a:latin typeface="+mn-lt"/>
                          <a:ea typeface="+mn-ea"/>
                          <a:cs typeface="+mn-cs"/>
                        </a:rPr>
                        <a:t> Pacientes</a:t>
                      </a:r>
                    </a:p>
                  </a:txBody>
                  <a:tcPr>
                    <a:solidFill>
                      <a:schemeClr val="bg1">
                        <a:lumMod val="85000"/>
                      </a:schemeClr>
                    </a:solidFill>
                  </a:tcPr>
                </a:tc>
                <a:tc>
                  <a:txBody>
                    <a:bodyPr/>
                    <a:lstStyle/>
                    <a:p>
                      <a:pPr marL="0" algn="l" defTabSz="685800" rtl="0" eaLnBrk="1" latinLnBrk="0" hangingPunct="1"/>
                      <a:r>
                        <a:rPr lang="es-ES" sz="1350" kern="1200" dirty="0">
                          <a:solidFill>
                            <a:schemeClr val="tx1"/>
                          </a:solidFill>
                          <a:latin typeface="+mn-lt"/>
                          <a:ea typeface="+mn-ea"/>
                          <a:cs typeface="+mn-cs"/>
                        </a:rPr>
                        <a:t>Porcentaje</a:t>
                      </a:r>
                    </a:p>
                  </a:txBody>
                  <a:tcPr>
                    <a:solidFill>
                      <a:schemeClr val="bg1">
                        <a:lumMod val="85000"/>
                      </a:schemeClr>
                    </a:solidFill>
                  </a:tcPr>
                </a:tc>
                <a:extLst>
                  <a:ext uri="{0D108BD9-81ED-4DB2-BD59-A6C34878D82A}">
                    <a16:rowId xmlns:a16="http://schemas.microsoft.com/office/drawing/2014/main" val="1107931502"/>
                  </a:ext>
                </a:extLst>
              </a:tr>
              <a:tr h="249232">
                <a:tc>
                  <a:txBody>
                    <a:bodyPr/>
                    <a:lstStyle/>
                    <a:p>
                      <a:r>
                        <a:rPr lang="es-ES" dirty="0"/>
                        <a:t>PD-CU</a:t>
                      </a:r>
                    </a:p>
                  </a:txBody>
                  <a:tcPr>
                    <a:solidFill>
                      <a:schemeClr val="bg1">
                        <a:lumMod val="85000"/>
                      </a:schemeClr>
                    </a:solidFill>
                  </a:tcPr>
                </a:tc>
                <a:tc>
                  <a:txBody>
                    <a:bodyPr/>
                    <a:lstStyle/>
                    <a:p>
                      <a:r>
                        <a:rPr lang="es-ES" dirty="0"/>
                        <a:t>323</a:t>
                      </a:r>
                    </a:p>
                  </a:txBody>
                  <a:tcPr/>
                </a:tc>
                <a:tc>
                  <a:txBody>
                    <a:bodyPr/>
                    <a:lstStyle/>
                    <a:p>
                      <a:r>
                        <a:rPr lang="es-ES" dirty="0"/>
                        <a:t>47,3%</a:t>
                      </a:r>
                    </a:p>
                  </a:txBody>
                  <a:tcPr/>
                </a:tc>
                <a:extLst>
                  <a:ext uri="{0D108BD9-81ED-4DB2-BD59-A6C34878D82A}">
                    <a16:rowId xmlns:a16="http://schemas.microsoft.com/office/drawing/2014/main" val="2400277206"/>
                  </a:ext>
                </a:extLst>
              </a:tr>
              <a:tr h="249232">
                <a:tc>
                  <a:txBody>
                    <a:bodyPr/>
                    <a:lstStyle/>
                    <a:p>
                      <a:r>
                        <a:rPr lang="es-ES" dirty="0"/>
                        <a:t>PD-MCI</a:t>
                      </a:r>
                    </a:p>
                  </a:txBody>
                  <a:tcPr>
                    <a:solidFill>
                      <a:schemeClr val="bg1">
                        <a:lumMod val="85000"/>
                      </a:schemeClr>
                    </a:solidFill>
                  </a:tcPr>
                </a:tc>
                <a:tc>
                  <a:txBody>
                    <a:bodyPr/>
                    <a:lstStyle/>
                    <a:p>
                      <a:r>
                        <a:rPr lang="es-ES" dirty="0"/>
                        <a:t>83</a:t>
                      </a:r>
                    </a:p>
                  </a:txBody>
                  <a:tcPr/>
                </a:tc>
                <a:tc>
                  <a:txBody>
                    <a:bodyPr/>
                    <a:lstStyle/>
                    <a:p>
                      <a:r>
                        <a:rPr lang="es-ES" dirty="0"/>
                        <a:t>12,2%</a:t>
                      </a:r>
                    </a:p>
                  </a:txBody>
                  <a:tcPr/>
                </a:tc>
                <a:extLst>
                  <a:ext uri="{0D108BD9-81ED-4DB2-BD59-A6C34878D82A}">
                    <a16:rowId xmlns:a16="http://schemas.microsoft.com/office/drawing/2014/main" val="1434836366"/>
                  </a:ext>
                </a:extLst>
              </a:tr>
              <a:tr h="249232">
                <a:tc>
                  <a:txBody>
                    <a:bodyPr/>
                    <a:lstStyle/>
                    <a:p>
                      <a:r>
                        <a:rPr lang="es-ES" dirty="0"/>
                        <a:t>PDD</a:t>
                      </a:r>
                    </a:p>
                  </a:txBody>
                  <a:tcPr>
                    <a:solidFill>
                      <a:schemeClr val="bg1">
                        <a:lumMod val="85000"/>
                      </a:schemeClr>
                    </a:solidFill>
                  </a:tcPr>
                </a:tc>
                <a:tc>
                  <a:txBody>
                    <a:bodyPr/>
                    <a:lstStyle/>
                    <a:p>
                      <a:r>
                        <a:rPr lang="es-ES" dirty="0"/>
                        <a:t>17</a:t>
                      </a:r>
                    </a:p>
                  </a:txBody>
                  <a:tcPr/>
                </a:tc>
                <a:tc>
                  <a:txBody>
                    <a:bodyPr/>
                    <a:lstStyle/>
                    <a:p>
                      <a:r>
                        <a:rPr lang="es-ES" dirty="0"/>
                        <a:t>2,5%</a:t>
                      </a:r>
                    </a:p>
                  </a:txBody>
                  <a:tcPr/>
                </a:tc>
                <a:extLst>
                  <a:ext uri="{0D108BD9-81ED-4DB2-BD59-A6C34878D82A}">
                    <a16:rowId xmlns:a16="http://schemas.microsoft.com/office/drawing/2014/main" val="642994909"/>
                  </a:ext>
                </a:extLst>
              </a:tr>
            </a:tbl>
          </a:graphicData>
        </a:graphic>
      </p:graphicFrame>
      <p:pic>
        <p:nvPicPr>
          <p:cNvPr id="13" name="Imagen 12" descr="Diagrama&#10;&#10;Descripción generada automáticamente">
            <a:extLst>
              <a:ext uri="{FF2B5EF4-FFF2-40B4-BE49-F238E27FC236}">
                <a16:creationId xmlns:a16="http://schemas.microsoft.com/office/drawing/2014/main" id="{EFC37CE7-52EA-269D-DF6E-279B4357C3E2}"/>
              </a:ext>
            </a:extLst>
          </p:cNvPr>
          <p:cNvPicPr>
            <a:picLocks noChangeAspect="1"/>
          </p:cNvPicPr>
          <p:nvPr/>
        </p:nvPicPr>
        <p:blipFill rotWithShape="1">
          <a:blip r:embed="rId3"/>
          <a:srcRect l="12059" t="17471" r="17424" b="20380"/>
          <a:stretch/>
        </p:blipFill>
        <p:spPr>
          <a:xfrm>
            <a:off x="447967" y="1967535"/>
            <a:ext cx="3493365" cy="2309081"/>
          </a:xfrm>
          <a:prstGeom prst="rect">
            <a:avLst/>
          </a:prstGeom>
        </p:spPr>
      </p:pic>
      <p:sp>
        <p:nvSpPr>
          <p:cNvPr id="14" name="Elipse 13">
            <a:extLst>
              <a:ext uri="{FF2B5EF4-FFF2-40B4-BE49-F238E27FC236}">
                <a16:creationId xmlns:a16="http://schemas.microsoft.com/office/drawing/2014/main" id="{B8CEDB92-9F59-82AA-AB89-A6D4D5168472}"/>
              </a:ext>
            </a:extLst>
          </p:cNvPr>
          <p:cNvSpPr/>
          <p:nvPr/>
        </p:nvSpPr>
        <p:spPr>
          <a:xfrm>
            <a:off x="2498031" y="3388261"/>
            <a:ext cx="1192386" cy="833739"/>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5" name="Abrir llave 14">
            <a:extLst>
              <a:ext uri="{FF2B5EF4-FFF2-40B4-BE49-F238E27FC236}">
                <a16:creationId xmlns:a16="http://schemas.microsoft.com/office/drawing/2014/main" id="{FD723134-3848-F2A6-D37A-7FE8254EC837}"/>
              </a:ext>
            </a:extLst>
          </p:cNvPr>
          <p:cNvSpPr/>
          <p:nvPr/>
        </p:nvSpPr>
        <p:spPr>
          <a:xfrm>
            <a:off x="2471034" y="4939131"/>
            <a:ext cx="186266" cy="877477"/>
          </a:xfrm>
          <a:prstGeom prst="leftBrace">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s-ES"/>
          </a:p>
        </p:txBody>
      </p:sp>
      <p:sp>
        <p:nvSpPr>
          <p:cNvPr id="16" name="CuadroTexto 15">
            <a:extLst>
              <a:ext uri="{FF2B5EF4-FFF2-40B4-BE49-F238E27FC236}">
                <a16:creationId xmlns:a16="http://schemas.microsoft.com/office/drawing/2014/main" id="{63518D6C-7656-8CDA-401D-772BC18436C5}"/>
              </a:ext>
            </a:extLst>
          </p:cNvPr>
          <p:cNvSpPr txBox="1"/>
          <p:nvPr/>
        </p:nvSpPr>
        <p:spPr>
          <a:xfrm>
            <a:off x="2640923" y="4893278"/>
            <a:ext cx="1083180" cy="923330"/>
          </a:xfrm>
          <a:prstGeom prst="rect">
            <a:avLst/>
          </a:prstGeom>
          <a:noFill/>
        </p:spPr>
        <p:txBody>
          <a:bodyPr wrap="square" rtlCol="0">
            <a:spAutoFit/>
          </a:bodyPr>
          <a:lstStyle/>
          <a:p>
            <a:r>
              <a:rPr lang="es-ES" dirty="0"/>
              <a:t>P-valor</a:t>
            </a:r>
          </a:p>
          <a:p>
            <a:endParaRPr lang="es-ES" dirty="0"/>
          </a:p>
          <a:p>
            <a:r>
              <a:rPr lang="es-ES" dirty="0" err="1"/>
              <a:t>Post-hoc</a:t>
            </a:r>
            <a:endParaRPr lang="es-ES" dirty="0"/>
          </a:p>
        </p:txBody>
      </p:sp>
      <p:sp>
        <p:nvSpPr>
          <p:cNvPr id="17" name="CuadroTexto 16">
            <a:extLst>
              <a:ext uri="{FF2B5EF4-FFF2-40B4-BE49-F238E27FC236}">
                <a16:creationId xmlns:a16="http://schemas.microsoft.com/office/drawing/2014/main" id="{7D593B39-7D97-EA0E-400B-4944705C8A0F}"/>
              </a:ext>
            </a:extLst>
          </p:cNvPr>
          <p:cNvSpPr txBox="1"/>
          <p:nvPr/>
        </p:nvSpPr>
        <p:spPr>
          <a:xfrm>
            <a:off x="1131454" y="5093333"/>
            <a:ext cx="2032000" cy="523220"/>
          </a:xfrm>
          <a:prstGeom prst="rect">
            <a:avLst/>
          </a:prstGeom>
          <a:noFill/>
        </p:spPr>
        <p:txBody>
          <a:bodyPr wrap="square" rtlCol="0">
            <a:spAutoFit/>
          </a:bodyPr>
          <a:lstStyle/>
          <a:p>
            <a:r>
              <a:rPr lang="es-ES" sz="1400" dirty="0"/>
              <a:t>RELEVANCIA ESTADÍSTICA</a:t>
            </a:r>
          </a:p>
        </p:txBody>
      </p:sp>
      <p:sp>
        <p:nvSpPr>
          <p:cNvPr id="6" name="CuadroTexto 5">
            <a:extLst>
              <a:ext uri="{FF2B5EF4-FFF2-40B4-BE49-F238E27FC236}">
                <a16:creationId xmlns:a16="http://schemas.microsoft.com/office/drawing/2014/main" id="{F37A564E-5653-07D6-6473-BFCAE5CC53C2}"/>
              </a:ext>
            </a:extLst>
          </p:cNvPr>
          <p:cNvSpPr txBox="1"/>
          <p:nvPr/>
        </p:nvSpPr>
        <p:spPr>
          <a:xfrm>
            <a:off x="4521423" y="3509100"/>
            <a:ext cx="3864318" cy="246221"/>
          </a:xfrm>
          <a:prstGeom prst="rect">
            <a:avLst/>
          </a:prstGeom>
          <a:noFill/>
        </p:spPr>
        <p:txBody>
          <a:bodyPr wrap="square" rtlCol="0">
            <a:spAutoFit/>
          </a:bodyPr>
          <a:lstStyle/>
          <a:p>
            <a:pPr algn="ctr"/>
            <a:r>
              <a:rPr lang="es-ES" sz="1000" i="1" dirty="0"/>
              <a:t>Fig. 6: Clasificación del total de los pacientes de la cohorte de PPMI</a:t>
            </a:r>
          </a:p>
        </p:txBody>
      </p:sp>
      <p:sp>
        <p:nvSpPr>
          <p:cNvPr id="7" name="CuadroTexto 6">
            <a:extLst>
              <a:ext uri="{FF2B5EF4-FFF2-40B4-BE49-F238E27FC236}">
                <a16:creationId xmlns:a16="http://schemas.microsoft.com/office/drawing/2014/main" id="{99403C3B-2ACC-F492-B894-06AB3F6468E9}"/>
              </a:ext>
            </a:extLst>
          </p:cNvPr>
          <p:cNvSpPr txBox="1"/>
          <p:nvPr/>
        </p:nvSpPr>
        <p:spPr>
          <a:xfrm>
            <a:off x="4572000" y="5639415"/>
            <a:ext cx="3864318" cy="400110"/>
          </a:xfrm>
          <a:prstGeom prst="rect">
            <a:avLst/>
          </a:prstGeom>
          <a:noFill/>
        </p:spPr>
        <p:txBody>
          <a:bodyPr wrap="square" rtlCol="0">
            <a:spAutoFit/>
          </a:bodyPr>
          <a:lstStyle/>
          <a:p>
            <a:pPr algn="ctr"/>
            <a:r>
              <a:rPr lang="es-ES" sz="1000" i="1" dirty="0"/>
              <a:t>Fig. 7: Clasificación de los pacientes con Parkinson en función del avance de la enfermedad</a:t>
            </a:r>
          </a:p>
        </p:txBody>
      </p:sp>
      <p:sp>
        <p:nvSpPr>
          <p:cNvPr id="10" name="CuadroTexto 9">
            <a:extLst>
              <a:ext uri="{FF2B5EF4-FFF2-40B4-BE49-F238E27FC236}">
                <a16:creationId xmlns:a16="http://schemas.microsoft.com/office/drawing/2014/main" id="{86DACE3F-4FDD-7BCA-4F2B-1242D770B49A}"/>
              </a:ext>
            </a:extLst>
          </p:cNvPr>
          <p:cNvSpPr txBox="1"/>
          <p:nvPr/>
        </p:nvSpPr>
        <p:spPr>
          <a:xfrm>
            <a:off x="854195" y="4296238"/>
            <a:ext cx="3287671" cy="246221"/>
          </a:xfrm>
          <a:prstGeom prst="rect">
            <a:avLst/>
          </a:prstGeom>
          <a:noFill/>
        </p:spPr>
        <p:txBody>
          <a:bodyPr wrap="square" rtlCol="0">
            <a:spAutoFit/>
          </a:bodyPr>
          <a:lstStyle/>
          <a:p>
            <a:pPr algn="ctr"/>
            <a:r>
              <a:rPr lang="es-ES" sz="1000" i="1" dirty="0"/>
              <a:t>Fig. 5:  Métodos estadísticos</a:t>
            </a:r>
          </a:p>
        </p:txBody>
      </p:sp>
    </p:spTree>
    <p:extLst>
      <p:ext uri="{BB962C8B-B14F-4D97-AF65-F5344CB8AC3E}">
        <p14:creationId xmlns:p14="http://schemas.microsoft.com/office/powerpoint/2010/main" val="2799449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a:lstStyle/>
          <a:p>
            <a:fld id="{A59C5ADF-E1AA-1B44-878A-2B73B5F70500}" type="slidenum">
              <a:rPr lang="es-ES" smtClean="0"/>
              <a:t>6</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a:normAutofit/>
          </a:bodyPr>
          <a:lstStyle/>
          <a:p>
            <a:pPr algn="ctr"/>
            <a:r>
              <a:rPr lang="es-ES" dirty="0"/>
              <a:t>3. Métodos</a:t>
            </a:r>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2B674C39-D7FC-7F83-8941-C98177771FEA}"/>
              </a:ext>
            </a:extLst>
          </p:cNvPr>
          <p:cNvSpPr txBox="1"/>
          <p:nvPr/>
        </p:nvSpPr>
        <p:spPr>
          <a:xfrm>
            <a:off x="447967" y="1259664"/>
            <a:ext cx="7167411" cy="461665"/>
          </a:xfrm>
          <a:prstGeom prst="rect">
            <a:avLst/>
          </a:prstGeom>
          <a:noFill/>
        </p:spPr>
        <p:txBody>
          <a:bodyPr wrap="none" rtlCol="0">
            <a:spAutoFit/>
          </a:bodyPr>
          <a:lstStyle/>
          <a:p>
            <a:r>
              <a:rPr lang="es-ES" sz="2400" dirty="0"/>
              <a:t>3.2. Modelos de Progresión de la Enfermedad (</a:t>
            </a:r>
            <a:r>
              <a:rPr lang="es-ES" sz="2400" dirty="0" err="1"/>
              <a:t>DPMs</a:t>
            </a:r>
            <a:r>
              <a:rPr lang="es-ES" sz="2400" dirty="0"/>
              <a:t>)</a:t>
            </a:r>
          </a:p>
        </p:txBody>
      </p:sp>
      <p:graphicFrame>
        <p:nvGraphicFramePr>
          <p:cNvPr id="11" name="Diagrama 10">
            <a:extLst>
              <a:ext uri="{FF2B5EF4-FFF2-40B4-BE49-F238E27FC236}">
                <a16:creationId xmlns:a16="http://schemas.microsoft.com/office/drawing/2014/main" id="{E31CA0D5-C251-233D-294B-9B382449DFF1}"/>
              </a:ext>
            </a:extLst>
          </p:cNvPr>
          <p:cNvGraphicFramePr/>
          <p:nvPr>
            <p:extLst>
              <p:ext uri="{D42A27DB-BD31-4B8C-83A1-F6EECF244321}">
                <p14:modId xmlns:p14="http://schemas.microsoft.com/office/powerpoint/2010/main" val="1840230986"/>
              </p:ext>
            </p:extLst>
          </p:nvPr>
        </p:nvGraphicFramePr>
        <p:xfrm>
          <a:off x="370097" y="2264181"/>
          <a:ext cx="8403805" cy="375525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3" name="Gráfico 12" descr="Insignia 1 con relleno sólido">
            <a:extLst>
              <a:ext uri="{FF2B5EF4-FFF2-40B4-BE49-F238E27FC236}">
                <a16:creationId xmlns:a16="http://schemas.microsoft.com/office/drawing/2014/main" id="{97A781A3-0991-8C8A-9299-2E275D461D4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609564" y="1696210"/>
            <a:ext cx="508602" cy="508602"/>
          </a:xfrm>
          <a:prstGeom prst="rect">
            <a:avLst/>
          </a:prstGeom>
        </p:spPr>
      </p:pic>
      <p:pic>
        <p:nvPicPr>
          <p:cNvPr id="15" name="Gráfico 14" descr="Insignia con relleno sólido">
            <a:extLst>
              <a:ext uri="{FF2B5EF4-FFF2-40B4-BE49-F238E27FC236}">
                <a16:creationId xmlns:a16="http://schemas.microsoft.com/office/drawing/2014/main" id="{0955CAFA-4CB6-AAA6-8963-E17C8F99E12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202531" y="1696210"/>
            <a:ext cx="509029" cy="509029"/>
          </a:xfrm>
          <a:prstGeom prst="rect">
            <a:avLst/>
          </a:prstGeom>
        </p:spPr>
      </p:pic>
      <p:pic>
        <p:nvPicPr>
          <p:cNvPr id="17" name="Gráfico 16" descr="Insignia 3 con relleno sólido">
            <a:extLst>
              <a:ext uri="{FF2B5EF4-FFF2-40B4-BE49-F238E27FC236}">
                <a16:creationId xmlns:a16="http://schemas.microsoft.com/office/drawing/2014/main" id="{74D01AF2-53E8-D8AD-13C0-C77595EC7A6E}"/>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846143" y="1713678"/>
            <a:ext cx="509029" cy="509029"/>
          </a:xfrm>
          <a:prstGeom prst="rect">
            <a:avLst/>
          </a:prstGeom>
        </p:spPr>
      </p:pic>
    </p:spTree>
    <p:extLst>
      <p:ext uri="{BB962C8B-B14F-4D97-AF65-F5344CB8AC3E}">
        <p14:creationId xmlns:p14="http://schemas.microsoft.com/office/powerpoint/2010/main" val="431110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9894D-3A93-AA10-EF8E-500336541F34}"/>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C48530BD-75E6-E2B9-B544-E9FFE6001D32}"/>
              </a:ext>
            </a:extLst>
          </p:cNvPr>
          <p:cNvSpPr>
            <a:spLocks noGrp="1"/>
          </p:cNvSpPr>
          <p:nvPr>
            <p:ph type="sldNum" sz="quarter" idx="12"/>
          </p:nvPr>
        </p:nvSpPr>
        <p:spPr/>
        <p:txBody>
          <a:bodyPr/>
          <a:lstStyle/>
          <a:p>
            <a:fld id="{A59C5ADF-E1AA-1B44-878A-2B73B5F70500}" type="slidenum">
              <a:rPr lang="es-ES" smtClean="0"/>
              <a:t>7</a:t>
            </a:fld>
            <a:endParaRPr lang="es-ES"/>
          </a:p>
        </p:txBody>
      </p:sp>
      <p:sp>
        <p:nvSpPr>
          <p:cNvPr id="5" name="Título 4">
            <a:extLst>
              <a:ext uri="{FF2B5EF4-FFF2-40B4-BE49-F238E27FC236}">
                <a16:creationId xmlns:a16="http://schemas.microsoft.com/office/drawing/2014/main" id="{3E2203AE-D892-0425-8400-2978B2DADE40}"/>
              </a:ext>
            </a:extLst>
          </p:cNvPr>
          <p:cNvSpPr>
            <a:spLocks noGrp="1"/>
          </p:cNvSpPr>
          <p:nvPr>
            <p:ph type="title"/>
          </p:nvPr>
        </p:nvSpPr>
        <p:spPr/>
        <p:txBody>
          <a:bodyPr>
            <a:normAutofit/>
          </a:bodyPr>
          <a:lstStyle/>
          <a:p>
            <a:pPr algn="ctr"/>
            <a:r>
              <a:rPr lang="es-ES" dirty="0"/>
              <a:t>3. Métodos</a:t>
            </a:r>
          </a:p>
        </p:txBody>
      </p:sp>
      <p:sp>
        <p:nvSpPr>
          <p:cNvPr id="2" name="CuadroTexto 1">
            <a:extLst>
              <a:ext uri="{FF2B5EF4-FFF2-40B4-BE49-F238E27FC236}">
                <a16:creationId xmlns:a16="http://schemas.microsoft.com/office/drawing/2014/main" id="{73CA0F9C-9A8B-08C0-19A8-25EE91619DA4}"/>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D8E32B98-551F-7860-CEA2-7A721EAA72CB}"/>
              </a:ext>
            </a:extLst>
          </p:cNvPr>
          <p:cNvSpPr txBox="1"/>
          <p:nvPr/>
        </p:nvSpPr>
        <p:spPr>
          <a:xfrm>
            <a:off x="447967" y="1259664"/>
            <a:ext cx="7167411" cy="461665"/>
          </a:xfrm>
          <a:prstGeom prst="rect">
            <a:avLst/>
          </a:prstGeom>
          <a:noFill/>
        </p:spPr>
        <p:txBody>
          <a:bodyPr wrap="none" rtlCol="0">
            <a:spAutoFit/>
          </a:bodyPr>
          <a:lstStyle/>
          <a:p>
            <a:r>
              <a:rPr lang="es-ES" sz="2400" dirty="0"/>
              <a:t>3.2. Modelos de Progresión de la Enfermedad (</a:t>
            </a:r>
            <a:r>
              <a:rPr lang="es-ES" sz="2400" dirty="0" err="1"/>
              <a:t>DPMs</a:t>
            </a:r>
            <a:r>
              <a:rPr lang="es-ES" sz="2400" dirty="0"/>
              <a:t>)</a:t>
            </a:r>
          </a:p>
        </p:txBody>
      </p:sp>
      <p:pic>
        <p:nvPicPr>
          <p:cNvPr id="9" name="Imagen 8" descr="Gráfico, Diagrama, Gráfico de líneas&#10;&#10;Descripción generada automáticamente">
            <a:extLst>
              <a:ext uri="{FF2B5EF4-FFF2-40B4-BE49-F238E27FC236}">
                <a16:creationId xmlns:a16="http://schemas.microsoft.com/office/drawing/2014/main" id="{AE8B3451-5F52-B4FA-7577-F370AF34745B}"/>
              </a:ext>
            </a:extLst>
          </p:cNvPr>
          <p:cNvPicPr>
            <a:picLocks noChangeAspect="1"/>
          </p:cNvPicPr>
          <p:nvPr/>
        </p:nvPicPr>
        <p:blipFill>
          <a:blip r:embed="rId3"/>
          <a:stretch>
            <a:fillRect/>
          </a:stretch>
        </p:blipFill>
        <p:spPr>
          <a:xfrm>
            <a:off x="3114237" y="2288853"/>
            <a:ext cx="5511950" cy="3594904"/>
          </a:xfrm>
          <a:prstGeom prst="rect">
            <a:avLst/>
          </a:prstGeom>
        </p:spPr>
      </p:pic>
      <p:sp>
        <p:nvSpPr>
          <p:cNvPr id="10" name="CuadroTexto 9">
            <a:extLst>
              <a:ext uri="{FF2B5EF4-FFF2-40B4-BE49-F238E27FC236}">
                <a16:creationId xmlns:a16="http://schemas.microsoft.com/office/drawing/2014/main" id="{208E659B-52D2-502D-3813-DB8964D74C26}"/>
              </a:ext>
            </a:extLst>
          </p:cNvPr>
          <p:cNvSpPr txBox="1"/>
          <p:nvPr/>
        </p:nvSpPr>
        <p:spPr>
          <a:xfrm>
            <a:off x="678233" y="1788614"/>
            <a:ext cx="3033331" cy="400110"/>
          </a:xfrm>
          <a:prstGeom prst="rect">
            <a:avLst/>
          </a:prstGeom>
          <a:noFill/>
        </p:spPr>
        <p:txBody>
          <a:bodyPr wrap="none" rtlCol="0">
            <a:spAutoFit/>
          </a:bodyPr>
          <a:lstStyle/>
          <a:p>
            <a:pPr marL="285750" indent="-285750">
              <a:buFont typeface="Arial" panose="020B0604020202020204" pitchFamily="34" charset="0"/>
              <a:buChar char="•"/>
            </a:pPr>
            <a:r>
              <a:rPr lang="es-ES" sz="2000" u="sng" dirty="0"/>
              <a:t>Trayectoria </a:t>
            </a:r>
            <a:r>
              <a:rPr lang="es-ES" sz="2000" i="1" u="sng" dirty="0"/>
              <a:t>Long-</a:t>
            </a:r>
            <a:r>
              <a:rPr lang="es-ES" sz="2000" i="1" u="sng" dirty="0" err="1"/>
              <a:t>term</a:t>
            </a:r>
            <a:r>
              <a:rPr lang="es-ES" sz="2000" i="1" u="sng" dirty="0"/>
              <a:t>:</a:t>
            </a:r>
            <a:r>
              <a:rPr lang="es-ES" sz="2000" u="sng" dirty="0"/>
              <a:t> </a:t>
            </a:r>
            <a:endParaRPr lang="es-ES" sz="2000" dirty="0"/>
          </a:p>
        </p:txBody>
      </p:sp>
      <p:graphicFrame>
        <p:nvGraphicFramePr>
          <p:cNvPr id="6" name="Tabla 5">
            <a:extLst>
              <a:ext uri="{FF2B5EF4-FFF2-40B4-BE49-F238E27FC236}">
                <a16:creationId xmlns:a16="http://schemas.microsoft.com/office/drawing/2014/main" id="{56A40132-E3EE-2B86-1BEA-318E96B15CB7}"/>
              </a:ext>
            </a:extLst>
          </p:cNvPr>
          <p:cNvGraphicFramePr>
            <a:graphicFrameLocks noGrp="1"/>
          </p:cNvGraphicFramePr>
          <p:nvPr>
            <p:extLst>
              <p:ext uri="{D42A27DB-BD31-4B8C-83A1-F6EECF244321}">
                <p14:modId xmlns:p14="http://schemas.microsoft.com/office/powerpoint/2010/main" val="3467485071"/>
              </p:ext>
            </p:extLst>
          </p:nvPr>
        </p:nvGraphicFramePr>
        <p:xfrm>
          <a:off x="678233" y="2490552"/>
          <a:ext cx="1909369" cy="1897380"/>
        </p:xfrm>
        <a:graphic>
          <a:graphicData uri="http://schemas.openxmlformats.org/drawingml/2006/table">
            <a:tbl>
              <a:tblPr firstRow="1" bandRow="1">
                <a:tableStyleId>{073A0DAA-6AF3-43AB-8588-CEC1D06C72B9}</a:tableStyleId>
              </a:tblPr>
              <a:tblGrid>
                <a:gridCol w="584404">
                  <a:extLst>
                    <a:ext uri="{9D8B030D-6E8A-4147-A177-3AD203B41FA5}">
                      <a16:colId xmlns:a16="http://schemas.microsoft.com/office/drawing/2014/main" val="942334088"/>
                    </a:ext>
                  </a:extLst>
                </a:gridCol>
                <a:gridCol w="1324965">
                  <a:extLst>
                    <a:ext uri="{9D8B030D-6E8A-4147-A177-3AD203B41FA5}">
                      <a16:colId xmlns:a16="http://schemas.microsoft.com/office/drawing/2014/main" val="1456961527"/>
                    </a:ext>
                  </a:extLst>
                </a:gridCol>
              </a:tblGrid>
              <a:tr h="580558">
                <a:tc>
                  <a:txBody>
                    <a:bodyPr/>
                    <a:lstStyle/>
                    <a:p>
                      <a:pPr algn="ctr"/>
                      <a:endParaRPr lang="es-ES" dirty="0"/>
                    </a:p>
                  </a:txBody>
                  <a:tcPr>
                    <a:solidFill>
                      <a:schemeClr val="accent1">
                        <a:lumMod val="75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s-ES" sz="1400" dirty="0"/>
                        <a:t>PARÁMETROS CALIBRACIÓN</a:t>
                      </a:r>
                    </a:p>
                    <a:p>
                      <a:endParaRPr lang="es-ES" dirty="0"/>
                    </a:p>
                  </a:txBody>
                  <a:tcPr>
                    <a:solidFill>
                      <a:schemeClr val="accent1">
                        <a:lumMod val="75000"/>
                      </a:schemeClr>
                    </a:solidFill>
                  </a:tcPr>
                </a:tc>
                <a:extLst>
                  <a:ext uri="{0D108BD9-81ED-4DB2-BD59-A6C34878D82A}">
                    <a16:rowId xmlns:a16="http://schemas.microsoft.com/office/drawing/2014/main" val="1637891243"/>
                  </a:ext>
                </a:extLst>
              </a:tr>
              <a:tr h="268890">
                <a:tc>
                  <a:txBody>
                    <a:bodyPr/>
                    <a:lstStyle/>
                    <a:p>
                      <a:r>
                        <a:rPr lang="es-ES" sz="1600" b="1" dirty="0" err="1"/>
                        <a:t>tk</a:t>
                      </a:r>
                      <a:endParaRPr lang="es-ES" sz="1600" b="1" dirty="0"/>
                    </a:p>
                  </a:txBody>
                  <a:tcPr>
                    <a:solidFill>
                      <a:schemeClr val="accent1">
                        <a:lumMod val="40000"/>
                        <a:lumOff val="60000"/>
                      </a:schemeClr>
                    </a:solidFill>
                  </a:tcPr>
                </a:tc>
                <a:tc>
                  <a:txBody>
                    <a:bodyPr/>
                    <a:lstStyle/>
                    <a:p>
                      <a:r>
                        <a:rPr lang="es-ES" dirty="0"/>
                        <a:t>Edad</a:t>
                      </a:r>
                    </a:p>
                  </a:txBody>
                  <a:tcPr>
                    <a:solidFill>
                      <a:schemeClr val="accent1">
                        <a:lumMod val="40000"/>
                        <a:lumOff val="60000"/>
                      </a:schemeClr>
                    </a:solidFill>
                  </a:tcPr>
                </a:tc>
                <a:extLst>
                  <a:ext uri="{0D108BD9-81ED-4DB2-BD59-A6C34878D82A}">
                    <a16:rowId xmlns:a16="http://schemas.microsoft.com/office/drawing/2014/main" val="752370928"/>
                  </a:ext>
                </a:extLst>
              </a:tr>
              <a:tr h="403335">
                <a:tc>
                  <a:txBody>
                    <a:bodyPr/>
                    <a:lstStyle/>
                    <a:p>
                      <a:r>
                        <a:rPr lang="es-ES" sz="1600" b="1" dirty="0" err="1"/>
                        <a:t>pk</a:t>
                      </a:r>
                      <a:endParaRPr lang="es-ES" sz="1600" b="1" dirty="0"/>
                    </a:p>
                  </a:txBody>
                  <a:tcPr>
                    <a:solidFill>
                      <a:schemeClr val="accent1">
                        <a:lumMod val="40000"/>
                        <a:lumOff val="60000"/>
                      </a:schemeClr>
                    </a:solidFill>
                  </a:tcPr>
                </a:tc>
                <a:tc>
                  <a:txBody>
                    <a:bodyPr/>
                    <a:lstStyle/>
                    <a:p>
                      <a:r>
                        <a:rPr lang="es-ES" dirty="0"/>
                        <a:t>Valor normalizado</a:t>
                      </a:r>
                    </a:p>
                  </a:txBody>
                  <a:tcPr>
                    <a:solidFill>
                      <a:schemeClr val="accent1">
                        <a:lumMod val="40000"/>
                        <a:lumOff val="60000"/>
                      </a:schemeClr>
                    </a:solidFill>
                  </a:tcPr>
                </a:tc>
                <a:extLst>
                  <a:ext uri="{0D108BD9-81ED-4DB2-BD59-A6C34878D82A}">
                    <a16:rowId xmlns:a16="http://schemas.microsoft.com/office/drawing/2014/main" val="4131485195"/>
                  </a:ext>
                </a:extLst>
              </a:tr>
              <a:tr h="268890">
                <a:tc>
                  <a:txBody>
                    <a:bodyPr/>
                    <a:lstStyle/>
                    <a:p>
                      <a:r>
                        <a:rPr lang="es-ES" sz="1600" b="1" dirty="0" err="1"/>
                        <a:t>vk</a:t>
                      </a:r>
                      <a:endParaRPr lang="es-ES" sz="1600" b="1" dirty="0"/>
                    </a:p>
                  </a:txBody>
                  <a:tcPr>
                    <a:solidFill>
                      <a:schemeClr val="accent1">
                        <a:lumMod val="40000"/>
                        <a:lumOff val="60000"/>
                      </a:schemeClr>
                    </a:solidFill>
                  </a:tcPr>
                </a:tc>
                <a:tc>
                  <a:txBody>
                    <a:bodyPr/>
                    <a:lstStyle/>
                    <a:p>
                      <a:r>
                        <a:rPr lang="es-ES" dirty="0"/>
                        <a:t>Velocidad </a:t>
                      </a:r>
                    </a:p>
                  </a:txBody>
                  <a:tcPr>
                    <a:solidFill>
                      <a:schemeClr val="accent1">
                        <a:lumMod val="40000"/>
                        <a:lumOff val="60000"/>
                      </a:schemeClr>
                    </a:solidFill>
                  </a:tcPr>
                </a:tc>
                <a:extLst>
                  <a:ext uri="{0D108BD9-81ED-4DB2-BD59-A6C34878D82A}">
                    <a16:rowId xmlns:a16="http://schemas.microsoft.com/office/drawing/2014/main" val="1233518883"/>
                  </a:ext>
                </a:extLst>
              </a:tr>
            </a:tbl>
          </a:graphicData>
        </a:graphic>
      </p:graphicFrame>
      <p:sp>
        <p:nvSpPr>
          <p:cNvPr id="7" name="CuadroTexto 6">
            <a:extLst>
              <a:ext uri="{FF2B5EF4-FFF2-40B4-BE49-F238E27FC236}">
                <a16:creationId xmlns:a16="http://schemas.microsoft.com/office/drawing/2014/main" id="{CCD3E360-C69C-DCCA-74F0-AD611D864D21}"/>
              </a:ext>
            </a:extLst>
          </p:cNvPr>
          <p:cNvSpPr txBox="1"/>
          <p:nvPr/>
        </p:nvSpPr>
        <p:spPr>
          <a:xfrm>
            <a:off x="3374967" y="5879839"/>
            <a:ext cx="5436524" cy="400110"/>
          </a:xfrm>
          <a:prstGeom prst="rect">
            <a:avLst/>
          </a:prstGeom>
          <a:noFill/>
        </p:spPr>
        <p:txBody>
          <a:bodyPr wrap="square" rtlCol="0">
            <a:spAutoFit/>
          </a:bodyPr>
          <a:lstStyle/>
          <a:p>
            <a:pPr algn="ctr"/>
            <a:r>
              <a:rPr lang="es-ES" sz="1000" b="0" i="1" dirty="0">
                <a:solidFill>
                  <a:srgbClr val="404040"/>
                </a:solidFill>
                <a:effectLst/>
                <a:latin typeface="Lato" panose="020F0502020204030203" pitchFamily="34" charset="0"/>
              </a:rPr>
              <a:t> </a:t>
            </a:r>
            <a:r>
              <a:rPr lang="es-ES" sz="1000" i="1" dirty="0"/>
              <a:t> Fig. 8: </a:t>
            </a:r>
            <a:r>
              <a:rPr lang="es-ES" sz="1000" b="0" i="1" dirty="0" err="1">
                <a:solidFill>
                  <a:srgbClr val="404040"/>
                </a:solidFill>
                <a:effectLst/>
                <a:latin typeface="Lato" panose="020F0502020204030203" pitchFamily="34" charset="0"/>
              </a:rPr>
              <a:t>Learning</a:t>
            </a:r>
            <a:r>
              <a:rPr lang="es-ES" sz="1000" b="0" i="1" dirty="0">
                <a:solidFill>
                  <a:srgbClr val="404040"/>
                </a:solidFill>
                <a:effectLst/>
                <a:latin typeface="Lato" panose="020F0502020204030203" pitchFamily="34" charset="0"/>
              </a:rPr>
              <a:t> </a:t>
            </a:r>
            <a:r>
              <a:rPr lang="es-ES" sz="1000" b="0" i="1" dirty="0" err="1">
                <a:solidFill>
                  <a:srgbClr val="404040"/>
                </a:solidFill>
                <a:effectLst/>
                <a:latin typeface="Lato" panose="020F0502020204030203" pitchFamily="34" charset="0"/>
              </a:rPr>
              <a:t>disease</a:t>
            </a:r>
            <a:r>
              <a:rPr lang="es-ES" sz="1000" b="0" i="1" dirty="0">
                <a:solidFill>
                  <a:srgbClr val="404040"/>
                </a:solidFill>
                <a:effectLst/>
                <a:latin typeface="Lato" panose="020F0502020204030203" pitchFamily="34" charset="0"/>
              </a:rPr>
              <a:t> </a:t>
            </a:r>
            <a:r>
              <a:rPr lang="es-ES" sz="1000" b="0" i="1" dirty="0" err="1">
                <a:solidFill>
                  <a:srgbClr val="404040"/>
                </a:solidFill>
                <a:effectLst/>
                <a:latin typeface="Lato" panose="020F0502020204030203" pitchFamily="34" charset="0"/>
              </a:rPr>
              <a:t>progression</a:t>
            </a:r>
            <a:r>
              <a:rPr lang="es-ES" sz="1000" b="0" i="1" dirty="0">
                <a:solidFill>
                  <a:srgbClr val="404040"/>
                </a:solidFill>
                <a:effectLst/>
                <a:latin typeface="Lato" panose="020F0502020204030203" pitchFamily="34" charset="0"/>
              </a:rPr>
              <a:t> </a:t>
            </a:r>
            <a:r>
              <a:rPr lang="es-ES" sz="1000" b="0" i="1" dirty="0" err="1">
                <a:solidFill>
                  <a:srgbClr val="404040"/>
                </a:solidFill>
                <a:effectLst/>
                <a:latin typeface="Lato" panose="020F0502020204030203" pitchFamily="34" charset="0"/>
              </a:rPr>
              <a:t>models</a:t>
            </a:r>
            <a:r>
              <a:rPr lang="es-ES" sz="1000" b="0" i="1" dirty="0">
                <a:solidFill>
                  <a:srgbClr val="404040"/>
                </a:solidFill>
                <a:effectLst/>
                <a:latin typeface="Lato" panose="020F0502020204030203" pitchFamily="34" charset="0"/>
              </a:rPr>
              <a:t> with longitudinal data and </a:t>
            </a:r>
            <a:r>
              <a:rPr lang="es-ES" sz="1000" b="0" i="1" dirty="0" err="1">
                <a:solidFill>
                  <a:srgbClr val="404040"/>
                </a:solidFill>
                <a:effectLst/>
                <a:latin typeface="Lato" panose="020F0502020204030203" pitchFamily="34" charset="0"/>
              </a:rPr>
              <a:t>missing</a:t>
            </a:r>
            <a:r>
              <a:rPr lang="es-ES" sz="1000" b="0" i="1" dirty="0">
                <a:solidFill>
                  <a:srgbClr val="404040"/>
                </a:solidFill>
                <a:effectLst/>
                <a:latin typeface="Lato" panose="020F0502020204030203" pitchFamily="34" charset="0"/>
              </a:rPr>
              <a:t> </a:t>
            </a:r>
            <a:r>
              <a:rPr lang="es-ES" sz="1000" b="0" i="1" dirty="0" err="1">
                <a:solidFill>
                  <a:srgbClr val="404040"/>
                </a:solidFill>
                <a:effectLst/>
                <a:latin typeface="Lato" panose="020F0502020204030203" pitchFamily="34" charset="0"/>
              </a:rPr>
              <a:t>values</a:t>
            </a:r>
            <a:r>
              <a:rPr lang="es-ES" sz="1000" b="0" i="1" dirty="0">
                <a:solidFill>
                  <a:srgbClr val="404040"/>
                </a:solidFill>
                <a:effectLst/>
                <a:latin typeface="Lato" panose="020F0502020204030203" pitchFamily="34" charset="0"/>
              </a:rPr>
              <a:t>. R. </a:t>
            </a:r>
            <a:r>
              <a:rPr lang="es-ES" sz="1000" b="0" i="1" dirty="0" err="1">
                <a:solidFill>
                  <a:srgbClr val="404040"/>
                </a:solidFill>
                <a:effectLst/>
                <a:latin typeface="Lato" panose="020F0502020204030203" pitchFamily="34" charset="0"/>
              </a:rPr>
              <a:t>Couronne</a:t>
            </a:r>
            <a:r>
              <a:rPr lang="es-ES" sz="1000" b="0" i="1" dirty="0">
                <a:solidFill>
                  <a:srgbClr val="404040"/>
                </a:solidFill>
                <a:effectLst/>
                <a:latin typeface="Lato" panose="020F0502020204030203" pitchFamily="34" charset="0"/>
              </a:rPr>
              <a:t>, M. </a:t>
            </a:r>
            <a:r>
              <a:rPr lang="es-ES" sz="1000" b="0" i="1" dirty="0" err="1">
                <a:solidFill>
                  <a:srgbClr val="404040"/>
                </a:solidFill>
                <a:effectLst/>
                <a:latin typeface="Lato" panose="020F0502020204030203" pitchFamily="34" charset="0"/>
              </a:rPr>
              <a:t>Vidailhet</a:t>
            </a:r>
            <a:r>
              <a:rPr lang="es-ES" sz="1000" b="0" i="1" dirty="0">
                <a:solidFill>
                  <a:srgbClr val="404040"/>
                </a:solidFill>
                <a:effectLst/>
                <a:latin typeface="Lato" panose="020F0502020204030203" pitchFamily="34" charset="0"/>
              </a:rPr>
              <a:t>, JC. </a:t>
            </a:r>
            <a:r>
              <a:rPr lang="es-ES" sz="1000" b="0" i="1" dirty="0" err="1">
                <a:solidFill>
                  <a:srgbClr val="404040"/>
                </a:solidFill>
                <a:effectLst/>
                <a:latin typeface="Lato" panose="020F0502020204030203" pitchFamily="34" charset="0"/>
              </a:rPr>
              <a:t>Corvol</a:t>
            </a:r>
            <a:r>
              <a:rPr lang="es-ES" sz="1000" b="0" i="1" dirty="0">
                <a:solidFill>
                  <a:srgbClr val="404040"/>
                </a:solidFill>
                <a:effectLst/>
                <a:latin typeface="Lato" panose="020F0502020204030203" pitchFamily="34" charset="0"/>
              </a:rPr>
              <a:t>, S. </a:t>
            </a:r>
            <a:r>
              <a:rPr lang="es-ES" sz="1000" b="0" i="1" dirty="0" err="1">
                <a:solidFill>
                  <a:srgbClr val="404040"/>
                </a:solidFill>
                <a:effectLst/>
                <a:latin typeface="Lato" panose="020F0502020204030203" pitchFamily="34" charset="0"/>
              </a:rPr>
              <a:t>Lehéricy</a:t>
            </a:r>
            <a:r>
              <a:rPr lang="es-ES" sz="1000" b="0" i="1" dirty="0">
                <a:solidFill>
                  <a:srgbClr val="404040"/>
                </a:solidFill>
                <a:effectLst/>
                <a:latin typeface="Lato" panose="020F0502020204030203" pitchFamily="34" charset="0"/>
              </a:rPr>
              <a:t>, S. </a:t>
            </a:r>
            <a:r>
              <a:rPr lang="es-ES" sz="1000" b="0" i="1" dirty="0" err="1">
                <a:solidFill>
                  <a:srgbClr val="404040"/>
                </a:solidFill>
                <a:effectLst/>
                <a:latin typeface="Lato" panose="020F0502020204030203" pitchFamily="34" charset="0"/>
              </a:rPr>
              <a:t>Durrleman</a:t>
            </a:r>
            <a:r>
              <a:rPr lang="es-ES" sz="1000" b="0" i="1" dirty="0">
                <a:solidFill>
                  <a:srgbClr val="404040"/>
                </a:solidFill>
                <a:effectLst/>
                <a:latin typeface="Lato" panose="020F0502020204030203" pitchFamily="34" charset="0"/>
              </a:rPr>
              <a:t>. ISBI, April 2019</a:t>
            </a:r>
            <a:endParaRPr lang="en-US" sz="1000" i="1" dirty="0"/>
          </a:p>
        </p:txBody>
      </p:sp>
      <p:cxnSp>
        <p:nvCxnSpPr>
          <p:cNvPr id="11" name="Straight Connector 10">
            <a:extLst>
              <a:ext uri="{FF2B5EF4-FFF2-40B4-BE49-F238E27FC236}">
                <a16:creationId xmlns:a16="http://schemas.microsoft.com/office/drawing/2014/main" id="{E73BDBF0-32D8-FC1B-4D24-04B825B54454}"/>
              </a:ext>
            </a:extLst>
          </p:cNvPr>
          <p:cNvCxnSpPr>
            <a:cxnSpLocks/>
          </p:cNvCxnSpPr>
          <p:nvPr/>
        </p:nvCxnSpPr>
        <p:spPr>
          <a:xfrm>
            <a:off x="3428999" y="2288853"/>
            <a:ext cx="0" cy="33076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688B2AA-EE2D-7767-8AA8-A1C29567CEF9}"/>
              </a:ext>
            </a:extLst>
          </p:cNvPr>
          <p:cNvCxnSpPr>
            <a:cxnSpLocks/>
          </p:cNvCxnSpPr>
          <p:nvPr/>
        </p:nvCxnSpPr>
        <p:spPr>
          <a:xfrm flipH="1">
            <a:off x="3428999" y="5596466"/>
            <a:ext cx="519718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2839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8ED8D-6A4B-D48F-E599-4E6A57A4F149}"/>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2673B9C3-A2F2-84D4-59A8-852F22EAFF3C}"/>
              </a:ext>
            </a:extLst>
          </p:cNvPr>
          <p:cNvSpPr>
            <a:spLocks noGrp="1"/>
          </p:cNvSpPr>
          <p:nvPr>
            <p:ph type="sldNum" sz="quarter" idx="12"/>
          </p:nvPr>
        </p:nvSpPr>
        <p:spPr/>
        <p:txBody>
          <a:bodyPr/>
          <a:lstStyle/>
          <a:p>
            <a:fld id="{A59C5ADF-E1AA-1B44-878A-2B73B5F70500}" type="slidenum">
              <a:rPr lang="es-ES" smtClean="0"/>
              <a:t>8</a:t>
            </a:fld>
            <a:endParaRPr lang="es-ES"/>
          </a:p>
        </p:txBody>
      </p:sp>
      <p:sp>
        <p:nvSpPr>
          <p:cNvPr id="5" name="Título 4">
            <a:extLst>
              <a:ext uri="{FF2B5EF4-FFF2-40B4-BE49-F238E27FC236}">
                <a16:creationId xmlns:a16="http://schemas.microsoft.com/office/drawing/2014/main" id="{C5D8DB4B-A9E7-2F75-BED2-F92D0CA618FE}"/>
              </a:ext>
            </a:extLst>
          </p:cNvPr>
          <p:cNvSpPr>
            <a:spLocks noGrp="1"/>
          </p:cNvSpPr>
          <p:nvPr>
            <p:ph type="title"/>
          </p:nvPr>
        </p:nvSpPr>
        <p:spPr/>
        <p:txBody>
          <a:bodyPr>
            <a:normAutofit/>
          </a:bodyPr>
          <a:lstStyle/>
          <a:p>
            <a:pPr algn="ctr"/>
            <a:r>
              <a:rPr lang="es-ES" dirty="0"/>
              <a:t>3. Métodos</a:t>
            </a:r>
          </a:p>
        </p:txBody>
      </p:sp>
      <p:sp>
        <p:nvSpPr>
          <p:cNvPr id="2" name="CuadroTexto 1">
            <a:extLst>
              <a:ext uri="{FF2B5EF4-FFF2-40B4-BE49-F238E27FC236}">
                <a16:creationId xmlns:a16="http://schemas.microsoft.com/office/drawing/2014/main" id="{18ACDE48-78E5-180F-FAAF-3961F0803819}"/>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F4FD8270-02B6-6371-4DD3-95661C923324}"/>
              </a:ext>
            </a:extLst>
          </p:cNvPr>
          <p:cNvSpPr txBox="1"/>
          <p:nvPr/>
        </p:nvSpPr>
        <p:spPr>
          <a:xfrm>
            <a:off x="447967" y="1259664"/>
            <a:ext cx="7167411" cy="461665"/>
          </a:xfrm>
          <a:prstGeom prst="rect">
            <a:avLst/>
          </a:prstGeom>
          <a:noFill/>
        </p:spPr>
        <p:txBody>
          <a:bodyPr wrap="none" rtlCol="0">
            <a:spAutoFit/>
          </a:bodyPr>
          <a:lstStyle/>
          <a:p>
            <a:r>
              <a:rPr lang="es-ES" sz="2400" dirty="0"/>
              <a:t>3.2. Modelos de Progresión de la Enfermedad (</a:t>
            </a:r>
            <a:r>
              <a:rPr lang="es-ES" sz="2400" dirty="0" err="1"/>
              <a:t>DPMs</a:t>
            </a:r>
            <a:r>
              <a:rPr lang="es-ES" sz="2400" dirty="0"/>
              <a:t>)</a:t>
            </a:r>
          </a:p>
        </p:txBody>
      </p:sp>
      <p:sp>
        <p:nvSpPr>
          <p:cNvPr id="10" name="CuadroTexto 9">
            <a:extLst>
              <a:ext uri="{FF2B5EF4-FFF2-40B4-BE49-F238E27FC236}">
                <a16:creationId xmlns:a16="http://schemas.microsoft.com/office/drawing/2014/main" id="{26F7CBF8-7E85-ED82-80B4-EF2DC25A81C0}"/>
              </a:ext>
            </a:extLst>
          </p:cNvPr>
          <p:cNvSpPr txBox="1"/>
          <p:nvPr/>
        </p:nvSpPr>
        <p:spPr>
          <a:xfrm>
            <a:off x="678233" y="1788614"/>
            <a:ext cx="3078215" cy="400110"/>
          </a:xfrm>
          <a:prstGeom prst="rect">
            <a:avLst/>
          </a:prstGeom>
          <a:noFill/>
        </p:spPr>
        <p:txBody>
          <a:bodyPr wrap="none" rtlCol="0">
            <a:spAutoFit/>
          </a:bodyPr>
          <a:lstStyle/>
          <a:p>
            <a:pPr marL="285750" indent="-285750">
              <a:buFont typeface="Arial" panose="020B0604020202020204" pitchFamily="34" charset="0"/>
              <a:buChar char="•"/>
            </a:pPr>
            <a:r>
              <a:rPr lang="es-ES" sz="2000" u="sng" dirty="0"/>
              <a:t>Trayectoria </a:t>
            </a:r>
            <a:r>
              <a:rPr lang="es-ES" sz="2000" i="1" u="sng" dirty="0"/>
              <a:t>Short-</a:t>
            </a:r>
            <a:r>
              <a:rPr lang="es-ES" sz="2000" i="1" u="sng" dirty="0" err="1"/>
              <a:t>term</a:t>
            </a:r>
            <a:r>
              <a:rPr lang="es-ES" sz="2000" i="1" u="sng" dirty="0"/>
              <a:t>: </a:t>
            </a:r>
            <a:endParaRPr lang="es-ES" sz="2000" i="1" dirty="0"/>
          </a:p>
        </p:txBody>
      </p:sp>
      <p:graphicFrame>
        <p:nvGraphicFramePr>
          <p:cNvPr id="6" name="Tabla 5">
            <a:extLst>
              <a:ext uri="{FF2B5EF4-FFF2-40B4-BE49-F238E27FC236}">
                <a16:creationId xmlns:a16="http://schemas.microsoft.com/office/drawing/2014/main" id="{00F577CF-3E9C-FA08-9A8F-A19A7FEF3D62}"/>
              </a:ext>
            </a:extLst>
          </p:cNvPr>
          <p:cNvGraphicFramePr>
            <a:graphicFrameLocks noGrp="1"/>
          </p:cNvGraphicFramePr>
          <p:nvPr>
            <p:extLst>
              <p:ext uri="{D42A27DB-BD31-4B8C-83A1-F6EECF244321}">
                <p14:modId xmlns:p14="http://schemas.microsoft.com/office/powerpoint/2010/main" val="419894834"/>
              </p:ext>
            </p:extLst>
          </p:nvPr>
        </p:nvGraphicFramePr>
        <p:xfrm>
          <a:off x="5083904" y="1854269"/>
          <a:ext cx="3524477" cy="1516380"/>
        </p:xfrm>
        <a:graphic>
          <a:graphicData uri="http://schemas.openxmlformats.org/drawingml/2006/table">
            <a:tbl>
              <a:tblPr firstRow="1" bandRow="1">
                <a:tableStyleId>{073A0DAA-6AF3-43AB-8588-CEC1D06C72B9}</a:tableStyleId>
              </a:tblPr>
              <a:tblGrid>
                <a:gridCol w="504488">
                  <a:extLst>
                    <a:ext uri="{9D8B030D-6E8A-4147-A177-3AD203B41FA5}">
                      <a16:colId xmlns:a16="http://schemas.microsoft.com/office/drawing/2014/main" val="942334088"/>
                    </a:ext>
                  </a:extLst>
                </a:gridCol>
                <a:gridCol w="3019989">
                  <a:extLst>
                    <a:ext uri="{9D8B030D-6E8A-4147-A177-3AD203B41FA5}">
                      <a16:colId xmlns:a16="http://schemas.microsoft.com/office/drawing/2014/main" val="1456961527"/>
                    </a:ext>
                  </a:extLst>
                </a:gridCol>
              </a:tblGrid>
              <a:tr h="425167">
                <a:tc>
                  <a:txBody>
                    <a:bodyPr/>
                    <a:lstStyle/>
                    <a:p>
                      <a:pPr algn="ctr"/>
                      <a:endParaRPr lang="es-ES" dirty="0"/>
                    </a:p>
                  </a:txBody>
                  <a:tcPr>
                    <a:solidFill>
                      <a:schemeClr val="accent1">
                        <a:lumMod val="75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s-ES" sz="1400" dirty="0"/>
                        <a:t>PARÁMETROS PERSONALIZACIÓN</a:t>
                      </a:r>
                    </a:p>
                    <a:p>
                      <a:endParaRPr lang="es-ES" dirty="0"/>
                    </a:p>
                  </a:txBody>
                  <a:tcPr>
                    <a:solidFill>
                      <a:schemeClr val="accent1">
                        <a:lumMod val="75000"/>
                      </a:schemeClr>
                    </a:solidFill>
                  </a:tcPr>
                </a:tc>
                <a:extLst>
                  <a:ext uri="{0D108BD9-81ED-4DB2-BD59-A6C34878D82A}">
                    <a16:rowId xmlns:a16="http://schemas.microsoft.com/office/drawing/2014/main" val="1637891243"/>
                  </a:ext>
                </a:extLst>
              </a:tr>
              <a:tr h="279214">
                <a:tc>
                  <a:txBody>
                    <a:bodyPr/>
                    <a:lstStyle/>
                    <a:p>
                      <a:r>
                        <a:rPr lang="el-GR" sz="1600" b="1" dirty="0"/>
                        <a:t>τ</a:t>
                      </a:r>
                      <a:r>
                        <a:rPr lang="es-ES" sz="1600" b="1" dirty="0"/>
                        <a:t>i</a:t>
                      </a:r>
                    </a:p>
                  </a:txBody>
                  <a:tcPr>
                    <a:solidFill>
                      <a:schemeClr val="accent1">
                        <a:lumMod val="40000"/>
                        <a:lumOff val="60000"/>
                      </a:schemeClr>
                    </a:solidFill>
                  </a:tcPr>
                </a:tc>
                <a:tc>
                  <a:txBody>
                    <a:bodyPr/>
                    <a:lstStyle/>
                    <a:p>
                      <a:r>
                        <a:rPr lang="es-ES" dirty="0"/>
                        <a:t>Reserva cognitiva</a:t>
                      </a:r>
                    </a:p>
                  </a:txBody>
                  <a:tcPr>
                    <a:solidFill>
                      <a:schemeClr val="accent1">
                        <a:lumMod val="40000"/>
                        <a:lumOff val="60000"/>
                      </a:schemeClr>
                    </a:solidFill>
                  </a:tcPr>
                </a:tc>
                <a:extLst>
                  <a:ext uri="{0D108BD9-81ED-4DB2-BD59-A6C34878D82A}">
                    <a16:rowId xmlns:a16="http://schemas.microsoft.com/office/drawing/2014/main" val="752370928"/>
                  </a:ext>
                </a:extLst>
              </a:tr>
              <a:tr h="279214">
                <a:tc>
                  <a:txBody>
                    <a:bodyPr/>
                    <a:lstStyle/>
                    <a:p>
                      <a:r>
                        <a:rPr lang="el-GR" sz="1600" b="1" dirty="0"/>
                        <a:t>α</a:t>
                      </a:r>
                      <a:r>
                        <a:rPr lang="es-ES" sz="1600" b="1" dirty="0"/>
                        <a:t>i</a:t>
                      </a:r>
                    </a:p>
                  </a:txBody>
                  <a:tcPr>
                    <a:solidFill>
                      <a:schemeClr val="accent1">
                        <a:lumMod val="40000"/>
                        <a:lumOff val="60000"/>
                      </a:schemeClr>
                    </a:solidFill>
                  </a:tcPr>
                </a:tc>
                <a:tc>
                  <a:txBody>
                    <a:bodyPr/>
                    <a:lstStyle/>
                    <a:p>
                      <a:r>
                        <a:rPr lang="es-ES" dirty="0"/>
                        <a:t>Factor de aceleración</a:t>
                      </a:r>
                    </a:p>
                  </a:txBody>
                  <a:tcPr>
                    <a:solidFill>
                      <a:schemeClr val="accent1">
                        <a:lumMod val="40000"/>
                        <a:lumOff val="60000"/>
                      </a:schemeClr>
                    </a:solidFill>
                  </a:tcPr>
                </a:tc>
                <a:extLst>
                  <a:ext uri="{0D108BD9-81ED-4DB2-BD59-A6C34878D82A}">
                    <a16:rowId xmlns:a16="http://schemas.microsoft.com/office/drawing/2014/main" val="4131485195"/>
                  </a:ext>
                </a:extLst>
              </a:tr>
              <a:tr h="279214">
                <a:tc>
                  <a:txBody>
                    <a:bodyPr/>
                    <a:lstStyle/>
                    <a:p>
                      <a:r>
                        <a:rPr lang="es-ES" sz="1600" b="1" dirty="0" err="1"/>
                        <a:t>wk</a:t>
                      </a:r>
                      <a:endParaRPr lang="es-ES" sz="1600" b="1" dirty="0"/>
                    </a:p>
                  </a:txBody>
                  <a:tcPr>
                    <a:solidFill>
                      <a:schemeClr val="accent1">
                        <a:lumMod val="40000"/>
                        <a:lumOff val="60000"/>
                      </a:schemeClr>
                    </a:solidFill>
                  </a:tcPr>
                </a:tc>
                <a:tc>
                  <a:txBody>
                    <a:bodyPr/>
                    <a:lstStyle/>
                    <a:p>
                      <a:r>
                        <a:rPr lang="es-ES" dirty="0"/>
                        <a:t>Espacio entre marcadores</a:t>
                      </a:r>
                    </a:p>
                  </a:txBody>
                  <a:tcPr>
                    <a:solidFill>
                      <a:schemeClr val="accent1">
                        <a:lumMod val="40000"/>
                        <a:lumOff val="60000"/>
                      </a:schemeClr>
                    </a:solidFill>
                  </a:tcPr>
                </a:tc>
                <a:extLst>
                  <a:ext uri="{0D108BD9-81ED-4DB2-BD59-A6C34878D82A}">
                    <a16:rowId xmlns:a16="http://schemas.microsoft.com/office/drawing/2014/main" val="1233518883"/>
                  </a:ext>
                </a:extLst>
              </a:tr>
            </a:tbl>
          </a:graphicData>
        </a:graphic>
      </p:graphicFrame>
      <p:pic>
        <p:nvPicPr>
          <p:cNvPr id="7" name="Imagen 6" descr="Gráfico, Gráfico de dispersión&#10;&#10;Descripción generada automáticamente">
            <a:extLst>
              <a:ext uri="{FF2B5EF4-FFF2-40B4-BE49-F238E27FC236}">
                <a16:creationId xmlns:a16="http://schemas.microsoft.com/office/drawing/2014/main" id="{1082B7CA-0F98-44AE-A7E1-FE81E624A3EA}"/>
              </a:ext>
            </a:extLst>
          </p:cNvPr>
          <p:cNvPicPr>
            <a:picLocks noChangeAspect="1"/>
          </p:cNvPicPr>
          <p:nvPr/>
        </p:nvPicPr>
        <p:blipFill>
          <a:blip r:embed="rId3"/>
          <a:stretch>
            <a:fillRect/>
          </a:stretch>
        </p:blipFill>
        <p:spPr>
          <a:xfrm>
            <a:off x="409369" y="3671235"/>
            <a:ext cx="8325261" cy="2300401"/>
          </a:xfrm>
          <a:prstGeom prst="rect">
            <a:avLst/>
          </a:prstGeom>
        </p:spPr>
      </p:pic>
      <p:sp>
        <p:nvSpPr>
          <p:cNvPr id="11" name="CuadroTexto 10">
            <a:extLst>
              <a:ext uri="{FF2B5EF4-FFF2-40B4-BE49-F238E27FC236}">
                <a16:creationId xmlns:a16="http://schemas.microsoft.com/office/drawing/2014/main" id="{73CB4DDF-BE8B-9EBE-F611-4BE58E2E175B}"/>
              </a:ext>
            </a:extLst>
          </p:cNvPr>
          <p:cNvSpPr txBox="1"/>
          <p:nvPr/>
        </p:nvSpPr>
        <p:spPr>
          <a:xfrm>
            <a:off x="447967" y="5803495"/>
            <a:ext cx="8286663" cy="246221"/>
          </a:xfrm>
          <a:prstGeom prst="rect">
            <a:avLst/>
          </a:prstGeom>
          <a:noFill/>
        </p:spPr>
        <p:txBody>
          <a:bodyPr wrap="square" rtlCol="0">
            <a:spAutoFit/>
          </a:bodyPr>
          <a:lstStyle/>
          <a:p>
            <a:pPr algn="ctr"/>
            <a:r>
              <a:rPr lang="es-ES" sz="1000" i="1" dirty="0"/>
              <a:t>Fig. 9: Obtención de la curva a corto plazo mediante la personalización con el entorno </a:t>
            </a:r>
            <a:r>
              <a:rPr lang="es-ES" sz="1000" i="1" dirty="0" err="1"/>
              <a:t>Leaspy</a:t>
            </a:r>
            <a:r>
              <a:rPr lang="es-ES" sz="1000" i="1" dirty="0"/>
              <a:t>. Fuente: </a:t>
            </a:r>
            <a:r>
              <a:rPr lang="es-ES" sz="1000" i="1" dirty="0" err="1"/>
              <a:t>Leaspy</a:t>
            </a:r>
            <a:endParaRPr lang="es-ES" sz="1000" i="1" dirty="0"/>
          </a:p>
        </p:txBody>
      </p:sp>
    </p:spTree>
    <p:extLst>
      <p:ext uri="{BB962C8B-B14F-4D97-AF65-F5344CB8AC3E}">
        <p14:creationId xmlns:p14="http://schemas.microsoft.com/office/powerpoint/2010/main" val="3337599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399BF-7006-BC3E-BB78-BED8F766BDA3}"/>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B237869E-C9EA-8B9B-CB00-2A86756C70E0}"/>
              </a:ext>
            </a:extLst>
          </p:cNvPr>
          <p:cNvSpPr>
            <a:spLocks noGrp="1"/>
          </p:cNvSpPr>
          <p:nvPr>
            <p:ph type="sldNum" sz="quarter" idx="12"/>
          </p:nvPr>
        </p:nvSpPr>
        <p:spPr/>
        <p:txBody>
          <a:bodyPr/>
          <a:lstStyle/>
          <a:p>
            <a:fld id="{A59C5ADF-E1AA-1B44-878A-2B73B5F70500}" type="slidenum">
              <a:rPr lang="es-ES" smtClean="0"/>
              <a:t>9</a:t>
            </a:fld>
            <a:endParaRPr lang="es-ES"/>
          </a:p>
        </p:txBody>
      </p:sp>
      <p:sp>
        <p:nvSpPr>
          <p:cNvPr id="5" name="Título 4">
            <a:extLst>
              <a:ext uri="{FF2B5EF4-FFF2-40B4-BE49-F238E27FC236}">
                <a16:creationId xmlns:a16="http://schemas.microsoft.com/office/drawing/2014/main" id="{8664202B-53B2-5D61-F642-67E43C80D9F2}"/>
              </a:ext>
            </a:extLst>
          </p:cNvPr>
          <p:cNvSpPr>
            <a:spLocks noGrp="1"/>
          </p:cNvSpPr>
          <p:nvPr>
            <p:ph type="title"/>
          </p:nvPr>
        </p:nvSpPr>
        <p:spPr/>
        <p:txBody>
          <a:bodyPr>
            <a:normAutofit/>
          </a:bodyPr>
          <a:lstStyle/>
          <a:p>
            <a:pPr algn="ctr"/>
            <a:r>
              <a:rPr lang="es-ES" dirty="0"/>
              <a:t>3. Métodos</a:t>
            </a:r>
          </a:p>
        </p:txBody>
      </p:sp>
      <p:sp>
        <p:nvSpPr>
          <p:cNvPr id="2" name="CuadroTexto 1">
            <a:extLst>
              <a:ext uri="{FF2B5EF4-FFF2-40B4-BE49-F238E27FC236}">
                <a16:creationId xmlns:a16="http://schemas.microsoft.com/office/drawing/2014/main" id="{9F2AB5D0-1D61-0E08-5416-30CF71894BB4}"/>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3BCE118C-7C21-1340-6C22-8A68BAEFDE6C}"/>
              </a:ext>
            </a:extLst>
          </p:cNvPr>
          <p:cNvSpPr txBox="1"/>
          <p:nvPr/>
        </p:nvSpPr>
        <p:spPr>
          <a:xfrm>
            <a:off x="447967" y="1259664"/>
            <a:ext cx="7167411" cy="461665"/>
          </a:xfrm>
          <a:prstGeom prst="rect">
            <a:avLst/>
          </a:prstGeom>
          <a:noFill/>
        </p:spPr>
        <p:txBody>
          <a:bodyPr wrap="none" rtlCol="0">
            <a:spAutoFit/>
          </a:bodyPr>
          <a:lstStyle/>
          <a:p>
            <a:r>
              <a:rPr lang="es-ES" sz="2400" dirty="0"/>
              <a:t>3.2. Modelos de Progresión de la Enfermedad (</a:t>
            </a:r>
            <a:r>
              <a:rPr lang="es-ES" sz="2400" dirty="0" err="1"/>
              <a:t>DPMs</a:t>
            </a:r>
            <a:r>
              <a:rPr lang="es-ES" sz="2400" dirty="0"/>
              <a:t>)</a:t>
            </a:r>
          </a:p>
        </p:txBody>
      </p:sp>
      <p:sp>
        <p:nvSpPr>
          <p:cNvPr id="10" name="CuadroTexto 9">
            <a:extLst>
              <a:ext uri="{FF2B5EF4-FFF2-40B4-BE49-F238E27FC236}">
                <a16:creationId xmlns:a16="http://schemas.microsoft.com/office/drawing/2014/main" id="{4379ADD1-A40F-F6BF-B76C-7BE87343DB05}"/>
              </a:ext>
            </a:extLst>
          </p:cNvPr>
          <p:cNvSpPr txBox="1"/>
          <p:nvPr/>
        </p:nvSpPr>
        <p:spPr>
          <a:xfrm>
            <a:off x="678233" y="1788614"/>
            <a:ext cx="1934569" cy="400110"/>
          </a:xfrm>
          <a:prstGeom prst="rect">
            <a:avLst/>
          </a:prstGeom>
          <a:noFill/>
        </p:spPr>
        <p:txBody>
          <a:bodyPr wrap="none" rtlCol="0">
            <a:spAutoFit/>
          </a:bodyPr>
          <a:lstStyle/>
          <a:p>
            <a:pPr marL="285750" indent="-285750">
              <a:buFont typeface="Arial" panose="020B0604020202020204" pitchFamily="34" charset="0"/>
              <a:buChar char="•"/>
            </a:pPr>
            <a:r>
              <a:rPr lang="es-ES" sz="2000" u="sng" dirty="0"/>
              <a:t>Prestaciones:</a:t>
            </a:r>
            <a:endParaRPr lang="es-ES" sz="2000" i="1" dirty="0"/>
          </a:p>
        </p:txBody>
      </p:sp>
      <p:graphicFrame>
        <p:nvGraphicFramePr>
          <p:cNvPr id="6" name="Diagrama 5">
            <a:extLst>
              <a:ext uri="{FF2B5EF4-FFF2-40B4-BE49-F238E27FC236}">
                <a16:creationId xmlns:a16="http://schemas.microsoft.com/office/drawing/2014/main" id="{5AC4695E-8D36-26FE-7EBC-E2DF4623C115}"/>
              </a:ext>
            </a:extLst>
          </p:cNvPr>
          <p:cNvGraphicFramePr/>
          <p:nvPr>
            <p:extLst>
              <p:ext uri="{D42A27DB-BD31-4B8C-83A1-F6EECF244321}">
                <p14:modId xmlns:p14="http://schemas.microsoft.com/office/powerpoint/2010/main" val="351009115"/>
              </p:ext>
            </p:extLst>
          </p:nvPr>
        </p:nvGraphicFramePr>
        <p:xfrm>
          <a:off x="1524000" y="2374900"/>
          <a:ext cx="6096000" cy="30861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76178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399BF-7006-BC3E-BB78-BED8F766BDA3}"/>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B237869E-C9EA-8B9B-CB00-2A86756C70E0}"/>
              </a:ext>
            </a:extLst>
          </p:cNvPr>
          <p:cNvSpPr>
            <a:spLocks noGrp="1"/>
          </p:cNvSpPr>
          <p:nvPr>
            <p:ph type="sldNum" sz="quarter" idx="12"/>
          </p:nvPr>
        </p:nvSpPr>
        <p:spPr/>
        <p:txBody>
          <a:bodyPr/>
          <a:lstStyle/>
          <a:p>
            <a:fld id="{A59C5ADF-E1AA-1B44-878A-2B73B5F70500}" type="slidenum">
              <a:rPr lang="es-ES" smtClean="0"/>
              <a:t>10</a:t>
            </a:fld>
            <a:endParaRPr lang="es-ES"/>
          </a:p>
        </p:txBody>
      </p:sp>
      <p:sp>
        <p:nvSpPr>
          <p:cNvPr id="5" name="Título 4">
            <a:extLst>
              <a:ext uri="{FF2B5EF4-FFF2-40B4-BE49-F238E27FC236}">
                <a16:creationId xmlns:a16="http://schemas.microsoft.com/office/drawing/2014/main" id="{8664202B-53B2-5D61-F642-67E43C80D9F2}"/>
              </a:ext>
            </a:extLst>
          </p:cNvPr>
          <p:cNvSpPr>
            <a:spLocks noGrp="1"/>
          </p:cNvSpPr>
          <p:nvPr>
            <p:ph type="title"/>
          </p:nvPr>
        </p:nvSpPr>
        <p:spPr/>
        <p:txBody>
          <a:bodyPr>
            <a:normAutofit/>
          </a:bodyPr>
          <a:lstStyle/>
          <a:p>
            <a:pPr algn="ctr"/>
            <a:r>
              <a:rPr lang="es-ES" dirty="0"/>
              <a:t>3. Métodos</a:t>
            </a:r>
          </a:p>
        </p:txBody>
      </p:sp>
      <p:sp>
        <p:nvSpPr>
          <p:cNvPr id="2" name="CuadroTexto 1">
            <a:extLst>
              <a:ext uri="{FF2B5EF4-FFF2-40B4-BE49-F238E27FC236}">
                <a16:creationId xmlns:a16="http://schemas.microsoft.com/office/drawing/2014/main" id="{9F2AB5D0-1D61-0E08-5416-30CF71894BB4}"/>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3BCE118C-7C21-1340-6C22-8A68BAEFDE6C}"/>
              </a:ext>
            </a:extLst>
          </p:cNvPr>
          <p:cNvSpPr txBox="1"/>
          <p:nvPr/>
        </p:nvSpPr>
        <p:spPr>
          <a:xfrm>
            <a:off x="447967" y="1259664"/>
            <a:ext cx="7167411" cy="461665"/>
          </a:xfrm>
          <a:prstGeom prst="rect">
            <a:avLst/>
          </a:prstGeom>
          <a:noFill/>
        </p:spPr>
        <p:txBody>
          <a:bodyPr wrap="square" rtlCol="0">
            <a:spAutoFit/>
          </a:bodyPr>
          <a:lstStyle/>
          <a:p>
            <a:r>
              <a:rPr lang="es-ES" sz="2400" dirty="0"/>
              <a:t>3.2. Modelos de Progresión de la Enfermedad (</a:t>
            </a:r>
            <a:r>
              <a:rPr lang="es-ES" sz="2400" dirty="0" err="1"/>
              <a:t>DPMs</a:t>
            </a:r>
            <a:r>
              <a:rPr lang="es-ES" sz="2400" dirty="0"/>
              <a:t>)</a:t>
            </a:r>
          </a:p>
        </p:txBody>
      </p:sp>
      <p:sp>
        <p:nvSpPr>
          <p:cNvPr id="10" name="CuadroTexto 9">
            <a:extLst>
              <a:ext uri="{FF2B5EF4-FFF2-40B4-BE49-F238E27FC236}">
                <a16:creationId xmlns:a16="http://schemas.microsoft.com/office/drawing/2014/main" id="{4379ADD1-A40F-F6BF-B76C-7BE87343DB05}"/>
              </a:ext>
            </a:extLst>
          </p:cNvPr>
          <p:cNvSpPr txBox="1"/>
          <p:nvPr/>
        </p:nvSpPr>
        <p:spPr>
          <a:xfrm>
            <a:off x="678233" y="1788614"/>
            <a:ext cx="1484061" cy="400110"/>
          </a:xfrm>
          <a:prstGeom prst="rect">
            <a:avLst/>
          </a:prstGeom>
          <a:noFill/>
        </p:spPr>
        <p:txBody>
          <a:bodyPr wrap="none" rtlCol="0">
            <a:spAutoFit/>
          </a:bodyPr>
          <a:lstStyle/>
          <a:p>
            <a:pPr marL="285750" indent="-285750">
              <a:buFont typeface="Arial" panose="020B0604020202020204" pitchFamily="34" charset="0"/>
              <a:buChar char="•"/>
            </a:pPr>
            <a:r>
              <a:rPr lang="es-ES" sz="2000" u="sng" dirty="0"/>
              <a:t>Métodos:</a:t>
            </a:r>
            <a:endParaRPr lang="es-ES" sz="2000" i="1" dirty="0"/>
          </a:p>
        </p:txBody>
      </p:sp>
      <p:sp>
        <p:nvSpPr>
          <p:cNvPr id="7" name="CuadroTexto 6">
            <a:extLst>
              <a:ext uri="{FF2B5EF4-FFF2-40B4-BE49-F238E27FC236}">
                <a16:creationId xmlns:a16="http://schemas.microsoft.com/office/drawing/2014/main" id="{20D38BE8-345A-CCBD-BAF5-494A41A81F07}"/>
              </a:ext>
            </a:extLst>
          </p:cNvPr>
          <p:cNvSpPr txBox="1"/>
          <p:nvPr/>
        </p:nvSpPr>
        <p:spPr>
          <a:xfrm>
            <a:off x="3930399" y="1847364"/>
            <a:ext cx="1283201" cy="461665"/>
          </a:xfrm>
          <a:prstGeom prst="rect">
            <a:avLst/>
          </a:prstGeom>
          <a:noFill/>
        </p:spPr>
        <p:txBody>
          <a:bodyPr wrap="square" rtlCol="0">
            <a:spAutoFit/>
          </a:bodyPr>
          <a:lstStyle/>
          <a:p>
            <a:r>
              <a:rPr lang="es-ES" sz="2400" b="1" dirty="0">
                <a:solidFill>
                  <a:srgbClr val="C00000"/>
                </a:solidFill>
              </a:rPr>
              <a:t>LEASPY</a:t>
            </a:r>
          </a:p>
        </p:txBody>
      </p:sp>
      <mc:AlternateContent xmlns:mc="http://schemas.openxmlformats.org/markup-compatibility/2006">
        <mc:Choice xmlns:a14="http://schemas.microsoft.com/office/drawing/2010/main" Requires="a14">
          <p:sp>
            <p:nvSpPr>
              <p:cNvPr id="9" name="CuadroTexto 8">
                <a:extLst>
                  <a:ext uri="{FF2B5EF4-FFF2-40B4-BE49-F238E27FC236}">
                    <a16:creationId xmlns:a16="http://schemas.microsoft.com/office/drawing/2014/main" id="{C59FBA5C-759C-F59F-4A20-498C2659A5F2}"/>
                  </a:ext>
                </a:extLst>
              </p:cNvPr>
              <p:cNvSpPr txBox="1"/>
              <p:nvPr/>
            </p:nvSpPr>
            <p:spPr>
              <a:xfrm>
                <a:off x="2962689" y="2534605"/>
                <a:ext cx="3456652" cy="336887"/>
              </a:xfrm>
              <a:prstGeom prst="rect">
                <a:avLst/>
              </a:prstGeom>
              <a:noFill/>
              <a:ln w="28575">
                <a:solidFill>
                  <a:schemeClr val="tx1">
                    <a:lumMod val="95000"/>
                    <a:lumOff val="5000"/>
                  </a:schemeClr>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1" i="1" smtClean="0">
                          <a:latin typeface="Cambria Math" panose="02040503050406030204" pitchFamily="18" charset="0"/>
                        </a:rPr>
                        <m:t>𝑫𝑷𝑺</m:t>
                      </m:r>
                      <m:r>
                        <a:rPr lang="es-ES" sz="2000" b="1" i="1" smtClean="0">
                          <a:latin typeface="Cambria Math" panose="02040503050406030204" pitchFamily="18" charset="0"/>
                        </a:rPr>
                        <m:t>: </m:t>
                      </m:r>
                      <m:sSub>
                        <m:sSubPr>
                          <m:ctrlPr>
                            <a:rPr lang="es-ES" sz="2000" b="1" i="1" smtClean="0">
                              <a:latin typeface="Cambria Math" panose="02040503050406030204" pitchFamily="18" charset="0"/>
                            </a:rPr>
                          </m:ctrlPr>
                        </m:sSubPr>
                        <m:e>
                          <m:r>
                            <a:rPr lang="es-ES" sz="2000" b="1" i="1" smtClean="0">
                              <a:latin typeface="Cambria Math" panose="02040503050406030204" pitchFamily="18" charset="0"/>
                            </a:rPr>
                            <m:t>𝒔</m:t>
                          </m:r>
                        </m:e>
                        <m:sub>
                          <m:r>
                            <a:rPr lang="es-ES" sz="2000" b="1" i="1" smtClean="0">
                              <a:latin typeface="Cambria Math" panose="02040503050406030204" pitchFamily="18" charset="0"/>
                            </a:rPr>
                            <m:t>𝒊</m:t>
                          </m:r>
                          <m:r>
                            <a:rPr lang="es-ES" sz="2000" b="1" i="1" smtClean="0">
                              <a:latin typeface="Cambria Math" panose="02040503050406030204" pitchFamily="18" charset="0"/>
                            </a:rPr>
                            <m:t>,</m:t>
                          </m:r>
                          <m:r>
                            <a:rPr lang="es-ES" sz="2000" b="1" i="1" smtClean="0">
                              <a:latin typeface="Cambria Math" panose="02040503050406030204" pitchFamily="18" charset="0"/>
                            </a:rPr>
                            <m:t>𝒋</m:t>
                          </m:r>
                        </m:sub>
                      </m:sSub>
                      <m:r>
                        <a:rPr lang="es-ES" sz="2000" b="1" i="1" smtClean="0">
                          <a:latin typeface="Cambria Math" panose="02040503050406030204" pitchFamily="18" charset="0"/>
                        </a:rPr>
                        <m:t>=</m:t>
                      </m:r>
                      <m:r>
                        <a:rPr lang="es-ES" sz="2000" b="1" i="0" smtClean="0">
                          <a:latin typeface="Cambria Math" panose="02040503050406030204" pitchFamily="18" charset="0"/>
                        </a:rPr>
                        <m:t>𝐞𝐱𝐩</m:t>
                      </m:r>
                      <m:r>
                        <a:rPr lang="es-ES" sz="2000" b="1" i="1" smtClean="0">
                          <a:latin typeface="Cambria Math" panose="02040503050406030204" pitchFamily="18" charset="0"/>
                        </a:rPr>
                        <m:t>⁡(</m:t>
                      </m:r>
                      <m:sSub>
                        <m:sSubPr>
                          <m:ctrlPr>
                            <a:rPr lang="es-ES" sz="2000" b="1" i="1" smtClean="0">
                              <a:latin typeface="Cambria Math" panose="02040503050406030204" pitchFamily="18" charset="0"/>
                            </a:rPr>
                          </m:ctrlPr>
                        </m:sSubPr>
                        <m:e>
                          <m:r>
                            <a:rPr lang="es-ES" sz="2000" b="1" i="1" smtClean="0">
                              <a:latin typeface="Cambria Math" panose="02040503050406030204" pitchFamily="18" charset="0"/>
                              <a:ea typeface="Cambria Math" panose="02040503050406030204" pitchFamily="18" charset="0"/>
                            </a:rPr>
                            <m:t>𝜺</m:t>
                          </m:r>
                        </m:e>
                        <m:sub>
                          <m:r>
                            <a:rPr lang="es-ES" sz="2000" b="1" i="1" smtClean="0">
                              <a:latin typeface="Cambria Math" panose="02040503050406030204" pitchFamily="18" charset="0"/>
                            </a:rPr>
                            <m:t>𝒊</m:t>
                          </m:r>
                        </m:sub>
                      </m:sSub>
                      <m:r>
                        <a:rPr lang="es-ES" sz="2000" b="1" i="1" smtClean="0">
                          <a:latin typeface="Cambria Math" panose="02040503050406030204" pitchFamily="18" charset="0"/>
                        </a:rPr>
                        <m:t>)·(</m:t>
                      </m:r>
                      <m:sSub>
                        <m:sSubPr>
                          <m:ctrlPr>
                            <a:rPr lang="es-ES" sz="2000" b="1" i="1" smtClean="0">
                              <a:latin typeface="Cambria Math" panose="02040503050406030204" pitchFamily="18" charset="0"/>
                            </a:rPr>
                          </m:ctrlPr>
                        </m:sSubPr>
                        <m:e>
                          <m:r>
                            <a:rPr lang="es-ES" sz="2000" b="1" i="1" smtClean="0">
                              <a:latin typeface="Cambria Math" panose="02040503050406030204" pitchFamily="18" charset="0"/>
                            </a:rPr>
                            <m:t>𝒕</m:t>
                          </m:r>
                        </m:e>
                        <m:sub>
                          <m:r>
                            <a:rPr lang="es-ES" sz="2000" b="1" i="1" smtClean="0">
                              <a:latin typeface="Cambria Math" panose="02040503050406030204" pitchFamily="18" charset="0"/>
                            </a:rPr>
                            <m:t>𝒊</m:t>
                          </m:r>
                          <m:r>
                            <a:rPr lang="es-ES" sz="2000" b="1" i="1" smtClean="0">
                              <a:latin typeface="Cambria Math" panose="02040503050406030204" pitchFamily="18" charset="0"/>
                            </a:rPr>
                            <m:t>,</m:t>
                          </m:r>
                          <m:r>
                            <a:rPr lang="es-ES" sz="2000" b="1" i="1" smtClean="0">
                              <a:latin typeface="Cambria Math" panose="02040503050406030204" pitchFamily="18" charset="0"/>
                            </a:rPr>
                            <m:t>𝒋</m:t>
                          </m:r>
                        </m:sub>
                      </m:sSub>
                      <m:r>
                        <a:rPr lang="es-ES" sz="2000" b="1" i="1" smtClean="0">
                          <a:latin typeface="Cambria Math" panose="02040503050406030204" pitchFamily="18" charset="0"/>
                        </a:rPr>
                        <m:t>+</m:t>
                      </m:r>
                      <m:sSub>
                        <m:sSubPr>
                          <m:ctrlPr>
                            <a:rPr lang="es-ES" sz="2000" b="1" i="1" smtClean="0">
                              <a:latin typeface="Cambria Math" panose="02040503050406030204" pitchFamily="18" charset="0"/>
                            </a:rPr>
                          </m:ctrlPr>
                        </m:sSubPr>
                        <m:e>
                          <m:r>
                            <a:rPr lang="es-ES" sz="2000" b="1" i="1" smtClean="0">
                              <a:latin typeface="Cambria Math" panose="02040503050406030204" pitchFamily="18" charset="0"/>
                              <a:ea typeface="Cambria Math" panose="02040503050406030204" pitchFamily="18" charset="0"/>
                            </a:rPr>
                            <m:t>𝝉</m:t>
                          </m:r>
                        </m:e>
                        <m:sub>
                          <m:r>
                            <a:rPr lang="es-ES" sz="2000" b="1" i="1" smtClean="0">
                              <a:latin typeface="Cambria Math" panose="02040503050406030204" pitchFamily="18" charset="0"/>
                            </a:rPr>
                            <m:t>𝒊</m:t>
                          </m:r>
                        </m:sub>
                      </m:sSub>
                      <m:r>
                        <a:rPr lang="es-ES" sz="2000" b="1" i="1" smtClean="0">
                          <a:latin typeface="Cambria Math" panose="02040503050406030204" pitchFamily="18" charset="0"/>
                        </a:rPr>
                        <m:t>)</m:t>
                      </m:r>
                    </m:oMath>
                  </m:oMathPara>
                </a14:m>
                <a:endParaRPr lang="es-ES" sz="2000" b="1" dirty="0"/>
              </a:p>
            </p:txBody>
          </p:sp>
        </mc:Choice>
        <mc:Fallback>
          <p:sp>
            <p:nvSpPr>
              <p:cNvPr id="9" name="CuadroTexto 8">
                <a:extLst>
                  <a:ext uri="{FF2B5EF4-FFF2-40B4-BE49-F238E27FC236}">
                    <a16:creationId xmlns:a16="http://schemas.microsoft.com/office/drawing/2014/main" id="{C59FBA5C-759C-F59F-4A20-498C2659A5F2}"/>
                  </a:ext>
                </a:extLst>
              </p:cNvPr>
              <p:cNvSpPr txBox="1">
                <a:spLocks noRot="1" noChangeAspect="1" noMove="1" noResize="1" noEditPoints="1" noAdjustHandles="1" noChangeArrowheads="1" noChangeShapeType="1" noTextEdit="1"/>
              </p:cNvSpPr>
              <p:nvPr/>
            </p:nvSpPr>
            <p:spPr>
              <a:xfrm>
                <a:off x="2962689" y="2534605"/>
                <a:ext cx="3456652" cy="336887"/>
              </a:xfrm>
              <a:prstGeom prst="rect">
                <a:avLst/>
              </a:prstGeom>
              <a:blipFill>
                <a:blip r:embed="rId3"/>
                <a:stretch>
                  <a:fillRect l="-874" r="-1748" b="-20000"/>
                </a:stretch>
              </a:blipFill>
              <a:ln w="28575">
                <a:solidFill>
                  <a:schemeClr val="tx1">
                    <a:lumMod val="95000"/>
                    <a:lumOff val="5000"/>
                  </a:schemeClr>
                </a:solidFill>
              </a:ln>
            </p:spPr>
            <p:txBody>
              <a:bodyPr/>
              <a:lstStyle/>
              <a:p>
                <a:r>
                  <a:rPr lang="en-ES">
                    <a:noFill/>
                  </a:rPr>
                  <a:t> </a:t>
                </a:r>
              </a:p>
            </p:txBody>
          </p:sp>
        </mc:Fallback>
      </mc:AlternateContent>
      <p:pic>
        <p:nvPicPr>
          <p:cNvPr id="15" name="Imagen 14" descr="Gráfico, Gráfico de dispersión&#10;&#10;Descripción generada automáticamente">
            <a:extLst>
              <a:ext uri="{FF2B5EF4-FFF2-40B4-BE49-F238E27FC236}">
                <a16:creationId xmlns:a16="http://schemas.microsoft.com/office/drawing/2014/main" id="{FCA936DE-D391-7B2D-7475-B63ADA8215EC}"/>
              </a:ext>
            </a:extLst>
          </p:cNvPr>
          <p:cNvPicPr>
            <a:picLocks noChangeAspect="1"/>
          </p:cNvPicPr>
          <p:nvPr/>
        </p:nvPicPr>
        <p:blipFill>
          <a:blip r:embed="rId4"/>
          <a:stretch>
            <a:fillRect/>
          </a:stretch>
        </p:blipFill>
        <p:spPr>
          <a:xfrm>
            <a:off x="486450" y="3126126"/>
            <a:ext cx="8171100" cy="2257803"/>
          </a:xfrm>
          <a:prstGeom prst="rect">
            <a:avLst/>
          </a:prstGeom>
        </p:spPr>
      </p:pic>
      <p:sp>
        <p:nvSpPr>
          <p:cNvPr id="6" name="CuadroTexto 10">
            <a:extLst>
              <a:ext uri="{FF2B5EF4-FFF2-40B4-BE49-F238E27FC236}">
                <a16:creationId xmlns:a16="http://schemas.microsoft.com/office/drawing/2014/main" id="{9A869B3F-81E8-D2C1-1CCC-CF9409A8CA78}"/>
              </a:ext>
            </a:extLst>
          </p:cNvPr>
          <p:cNvSpPr txBox="1"/>
          <p:nvPr/>
        </p:nvSpPr>
        <p:spPr>
          <a:xfrm>
            <a:off x="313714" y="5322077"/>
            <a:ext cx="8286663" cy="246221"/>
          </a:xfrm>
          <a:prstGeom prst="rect">
            <a:avLst/>
          </a:prstGeom>
          <a:noFill/>
        </p:spPr>
        <p:txBody>
          <a:bodyPr wrap="square" rtlCol="0">
            <a:spAutoFit/>
          </a:bodyPr>
          <a:lstStyle/>
          <a:p>
            <a:pPr algn="ctr"/>
            <a:r>
              <a:rPr lang="es-ES" sz="1000" i="1" dirty="0"/>
              <a:t>Fig. 9: Obtención de la curva a corto plazo mediante la personalización con el entorno </a:t>
            </a:r>
            <a:r>
              <a:rPr lang="es-ES" sz="1000" i="1" dirty="0" err="1"/>
              <a:t>Leaspy</a:t>
            </a:r>
            <a:r>
              <a:rPr lang="es-ES" sz="1000" i="1" dirty="0"/>
              <a:t>. Fuente: </a:t>
            </a:r>
            <a:r>
              <a:rPr lang="es-ES" sz="1000" i="1" dirty="0" err="1"/>
              <a:t>Leaspy</a:t>
            </a:r>
            <a:endParaRPr lang="es-ES" sz="1000" i="1" dirty="0"/>
          </a:p>
        </p:txBody>
      </p:sp>
    </p:spTree>
    <p:extLst>
      <p:ext uri="{BB962C8B-B14F-4D97-AF65-F5344CB8AC3E}">
        <p14:creationId xmlns:p14="http://schemas.microsoft.com/office/powerpoint/2010/main" val="3827219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399BF-7006-BC3E-BB78-BED8F766BDA3}"/>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B237869E-C9EA-8B9B-CB00-2A86756C70E0}"/>
              </a:ext>
            </a:extLst>
          </p:cNvPr>
          <p:cNvSpPr>
            <a:spLocks noGrp="1"/>
          </p:cNvSpPr>
          <p:nvPr>
            <p:ph type="sldNum" sz="quarter" idx="12"/>
          </p:nvPr>
        </p:nvSpPr>
        <p:spPr/>
        <p:txBody>
          <a:bodyPr/>
          <a:lstStyle/>
          <a:p>
            <a:fld id="{A59C5ADF-E1AA-1B44-878A-2B73B5F70500}" type="slidenum">
              <a:rPr lang="es-ES" smtClean="0"/>
              <a:t>11</a:t>
            </a:fld>
            <a:endParaRPr lang="es-ES"/>
          </a:p>
        </p:txBody>
      </p:sp>
      <p:sp>
        <p:nvSpPr>
          <p:cNvPr id="5" name="Título 4">
            <a:extLst>
              <a:ext uri="{FF2B5EF4-FFF2-40B4-BE49-F238E27FC236}">
                <a16:creationId xmlns:a16="http://schemas.microsoft.com/office/drawing/2014/main" id="{8664202B-53B2-5D61-F642-67E43C80D9F2}"/>
              </a:ext>
            </a:extLst>
          </p:cNvPr>
          <p:cNvSpPr>
            <a:spLocks noGrp="1"/>
          </p:cNvSpPr>
          <p:nvPr>
            <p:ph type="title"/>
          </p:nvPr>
        </p:nvSpPr>
        <p:spPr/>
        <p:txBody>
          <a:bodyPr>
            <a:normAutofit/>
          </a:bodyPr>
          <a:lstStyle/>
          <a:p>
            <a:pPr algn="ctr"/>
            <a:r>
              <a:rPr lang="es-ES" dirty="0"/>
              <a:t>3. Métodos</a:t>
            </a:r>
          </a:p>
        </p:txBody>
      </p:sp>
      <p:sp>
        <p:nvSpPr>
          <p:cNvPr id="2" name="CuadroTexto 1">
            <a:extLst>
              <a:ext uri="{FF2B5EF4-FFF2-40B4-BE49-F238E27FC236}">
                <a16:creationId xmlns:a16="http://schemas.microsoft.com/office/drawing/2014/main" id="{9F2AB5D0-1D61-0E08-5416-30CF71894BB4}"/>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3BCE118C-7C21-1340-6C22-8A68BAEFDE6C}"/>
              </a:ext>
            </a:extLst>
          </p:cNvPr>
          <p:cNvSpPr txBox="1"/>
          <p:nvPr/>
        </p:nvSpPr>
        <p:spPr>
          <a:xfrm>
            <a:off x="447967" y="1259664"/>
            <a:ext cx="7167411" cy="461665"/>
          </a:xfrm>
          <a:prstGeom prst="rect">
            <a:avLst/>
          </a:prstGeom>
          <a:noFill/>
        </p:spPr>
        <p:txBody>
          <a:bodyPr wrap="square" rtlCol="0">
            <a:spAutoFit/>
          </a:bodyPr>
          <a:lstStyle/>
          <a:p>
            <a:r>
              <a:rPr lang="es-ES" sz="2400" dirty="0"/>
              <a:t>3.2. Modelos de Progresión de la Enfermedad (</a:t>
            </a:r>
            <a:r>
              <a:rPr lang="es-ES" sz="2400" dirty="0" err="1"/>
              <a:t>DPMs</a:t>
            </a:r>
            <a:r>
              <a:rPr lang="es-ES" sz="2400" dirty="0"/>
              <a:t>)</a:t>
            </a:r>
          </a:p>
        </p:txBody>
      </p:sp>
      <p:sp>
        <p:nvSpPr>
          <p:cNvPr id="10" name="CuadroTexto 9">
            <a:extLst>
              <a:ext uri="{FF2B5EF4-FFF2-40B4-BE49-F238E27FC236}">
                <a16:creationId xmlns:a16="http://schemas.microsoft.com/office/drawing/2014/main" id="{4379ADD1-A40F-F6BF-B76C-7BE87343DB05}"/>
              </a:ext>
            </a:extLst>
          </p:cNvPr>
          <p:cNvSpPr txBox="1"/>
          <p:nvPr/>
        </p:nvSpPr>
        <p:spPr>
          <a:xfrm>
            <a:off x="678233" y="1788614"/>
            <a:ext cx="1484061" cy="400110"/>
          </a:xfrm>
          <a:prstGeom prst="rect">
            <a:avLst/>
          </a:prstGeom>
          <a:noFill/>
        </p:spPr>
        <p:txBody>
          <a:bodyPr wrap="none" rtlCol="0">
            <a:spAutoFit/>
          </a:bodyPr>
          <a:lstStyle/>
          <a:p>
            <a:pPr marL="285750" indent="-285750">
              <a:buFont typeface="Arial" panose="020B0604020202020204" pitchFamily="34" charset="0"/>
              <a:buChar char="•"/>
            </a:pPr>
            <a:r>
              <a:rPr lang="es-ES" sz="2000" u="sng" dirty="0"/>
              <a:t>Métodos:</a:t>
            </a:r>
            <a:endParaRPr lang="es-ES" sz="2000" i="1" dirty="0"/>
          </a:p>
        </p:txBody>
      </p:sp>
      <p:sp>
        <p:nvSpPr>
          <p:cNvPr id="8" name="CuadroTexto 7">
            <a:extLst>
              <a:ext uri="{FF2B5EF4-FFF2-40B4-BE49-F238E27FC236}">
                <a16:creationId xmlns:a16="http://schemas.microsoft.com/office/drawing/2014/main" id="{26625F9E-3CBF-18DC-E246-FC6DD0394F79}"/>
              </a:ext>
            </a:extLst>
          </p:cNvPr>
          <p:cNvSpPr txBox="1"/>
          <p:nvPr/>
        </p:nvSpPr>
        <p:spPr>
          <a:xfrm>
            <a:off x="3835722" y="1798991"/>
            <a:ext cx="1242648" cy="461665"/>
          </a:xfrm>
          <a:prstGeom prst="rect">
            <a:avLst/>
          </a:prstGeom>
          <a:noFill/>
        </p:spPr>
        <p:txBody>
          <a:bodyPr wrap="none" rtlCol="0">
            <a:spAutoFit/>
          </a:bodyPr>
          <a:lstStyle/>
          <a:p>
            <a:r>
              <a:rPr lang="es-ES" sz="2400" b="1" dirty="0">
                <a:solidFill>
                  <a:srgbClr val="C00000"/>
                </a:solidFill>
              </a:rPr>
              <a:t>RPDPM</a:t>
            </a:r>
          </a:p>
        </p:txBody>
      </p:sp>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F053DDEA-1E80-B38C-E042-E278A1B07D03}"/>
                  </a:ext>
                </a:extLst>
              </p:cNvPr>
              <p:cNvSpPr txBox="1"/>
              <p:nvPr/>
            </p:nvSpPr>
            <p:spPr>
              <a:xfrm>
                <a:off x="3323068" y="2396866"/>
                <a:ext cx="2497863" cy="336887"/>
              </a:xfrm>
              <a:prstGeom prst="rect">
                <a:avLst/>
              </a:prstGeom>
              <a:solidFill>
                <a:schemeClr val="bg1"/>
              </a:solidFill>
              <a:ln w="28575">
                <a:solidFill>
                  <a:schemeClr val="tx1"/>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2000" b="1" i="1" smtClean="0">
                          <a:latin typeface="Cambria Math" panose="02040503050406030204" pitchFamily="18" charset="0"/>
                        </a:rPr>
                        <m:t>𝑫𝑷𝑺</m:t>
                      </m:r>
                      <m:r>
                        <a:rPr lang="es-ES" sz="2000" b="1" i="1" smtClean="0">
                          <a:latin typeface="Cambria Math" panose="02040503050406030204" pitchFamily="18" charset="0"/>
                        </a:rPr>
                        <m:t>: </m:t>
                      </m:r>
                      <m:sSub>
                        <m:sSubPr>
                          <m:ctrlPr>
                            <a:rPr lang="es-ES" sz="2000" b="1" i="1" smtClean="0">
                              <a:latin typeface="Cambria Math" panose="02040503050406030204" pitchFamily="18" charset="0"/>
                            </a:rPr>
                          </m:ctrlPr>
                        </m:sSubPr>
                        <m:e>
                          <m:r>
                            <a:rPr lang="es-ES" sz="2000" b="1" i="1" smtClean="0">
                              <a:latin typeface="Cambria Math" panose="02040503050406030204" pitchFamily="18" charset="0"/>
                            </a:rPr>
                            <m:t>𝒔</m:t>
                          </m:r>
                        </m:e>
                        <m:sub>
                          <m:r>
                            <a:rPr lang="es-ES" sz="2000" b="1" i="1" smtClean="0">
                              <a:latin typeface="Cambria Math" panose="02040503050406030204" pitchFamily="18" charset="0"/>
                            </a:rPr>
                            <m:t>𝒊</m:t>
                          </m:r>
                          <m:r>
                            <a:rPr lang="es-ES" sz="2000" b="1" i="1" smtClean="0">
                              <a:latin typeface="Cambria Math" panose="02040503050406030204" pitchFamily="18" charset="0"/>
                            </a:rPr>
                            <m:t>,</m:t>
                          </m:r>
                          <m:r>
                            <a:rPr lang="es-ES" sz="2000" b="1" i="1" smtClean="0">
                              <a:latin typeface="Cambria Math" panose="02040503050406030204" pitchFamily="18" charset="0"/>
                            </a:rPr>
                            <m:t>𝒋</m:t>
                          </m:r>
                        </m:sub>
                      </m:sSub>
                      <m:r>
                        <a:rPr lang="es-ES" sz="2000" b="1" i="1" smtClean="0">
                          <a:latin typeface="Cambria Math" panose="02040503050406030204" pitchFamily="18" charset="0"/>
                        </a:rPr>
                        <m:t>=</m:t>
                      </m:r>
                      <m:sSub>
                        <m:sSubPr>
                          <m:ctrlPr>
                            <a:rPr lang="es-ES" sz="2000" b="1" i="1" smtClean="0">
                              <a:latin typeface="Cambria Math" panose="02040503050406030204" pitchFamily="18" charset="0"/>
                            </a:rPr>
                          </m:ctrlPr>
                        </m:sSubPr>
                        <m:e>
                          <m:r>
                            <a:rPr lang="es-ES" sz="2000" b="1" i="1" smtClean="0">
                              <a:latin typeface="Cambria Math" panose="02040503050406030204" pitchFamily="18" charset="0"/>
                              <a:ea typeface="Cambria Math" panose="02040503050406030204" pitchFamily="18" charset="0"/>
                            </a:rPr>
                            <m:t>𝜶</m:t>
                          </m:r>
                        </m:e>
                        <m:sub>
                          <m:r>
                            <a:rPr lang="es-ES" sz="2000" b="1" i="1" smtClean="0">
                              <a:latin typeface="Cambria Math" panose="02040503050406030204" pitchFamily="18" charset="0"/>
                            </a:rPr>
                            <m:t>𝒊</m:t>
                          </m:r>
                        </m:sub>
                      </m:sSub>
                      <m:sSub>
                        <m:sSubPr>
                          <m:ctrlPr>
                            <a:rPr lang="es-ES" sz="2000" b="1" i="1" smtClean="0">
                              <a:latin typeface="Cambria Math" panose="02040503050406030204" pitchFamily="18" charset="0"/>
                            </a:rPr>
                          </m:ctrlPr>
                        </m:sSubPr>
                        <m:e>
                          <m:r>
                            <a:rPr lang="es-ES" sz="2000" b="1" i="1" smtClean="0">
                              <a:latin typeface="Cambria Math" panose="02040503050406030204" pitchFamily="18" charset="0"/>
                            </a:rPr>
                            <m:t>𝒕</m:t>
                          </m:r>
                        </m:e>
                        <m:sub>
                          <m:r>
                            <a:rPr lang="es-ES" sz="2000" b="1" i="1" smtClean="0">
                              <a:latin typeface="Cambria Math" panose="02040503050406030204" pitchFamily="18" charset="0"/>
                            </a:rPr>
                            <m:t>𝒊</m:t>
                          </m:r>
                          <m:r>
                            <a:rPr lang="es-ES" sz="2000" b="1" i="1" smtClean="0">
                              <a:latin typeface="Cambria Math" panose="02040503050406030204" pitchFamily="18" charset="0"/>
                            </a:rPr>
                            <m:t>,</m:t>
                          </m:r>
                          <m:r>
                            <a:rPr lang="es-ES" sz="2000" b="1" i="1" smtClean="0">
                              <a:latin typeface="Cambria Math" panose="02040503050406030204" pitchFamily="18" charset="0"/>
                            </a:rPr>
                            <m:t>𝒋</m:t>
                          </m:r>
                        </m:sub>
                      </m:sSub>
                      <m:r>
                        <a:rPr lang="es-ES" sz="2000" b="1" i="1" smtClean="0">
                          <a:latin typeface="Cambria Math" panose="02040503050406030204" pitchFamily="18" charset="0"/>
                        </a:rPr>
                        <m:t>+</m:t>
                      </m:r>
                      <m:sSub>
                        <m:sSubPr>
                          <m:ctrlPr>
                            <a:rPr lang="es-ES" sz="2000" b="1" i="1" smtClean="0">
                              <a:latin typeface="Cambria Math" panose="02040503050406030204" pitchFamily="18" charset="0"/>
                            </a:rPr>
                          </m:ctrlPr>
                        </m:sSubPr>
                        <m:e>
                          <m:r>
                            <a:rPr lang="es-ES" sz="2000" b="1" i="1" smtClean="0">
                              <a:latin typeface="Cambria Math" panose="02040503050406030204" pitchFamily="18" charset="0"/>
                              <a:ea typeface="Cambria Math" panose="02040503050406030204" pitchFamily="18" charset="0"/>
                            </a:rPr>
                            <m:t>𝜷</m:t>
                          </m:r>
                        </m:e>
                        <m:sub>
                          <m:r>
                            <a:rPr lang="es-ES" sz="2000" b="1" i="1" smtClean="0">
                              <a:latin typeface="Cambria Math" panose="02040503050406030204" pitchFamily="18" charset="0"/>
                            </a:rPr>
                            <m:t>𝒊</m:t>
                          </m:r>
                        </m:sub>
                      </m:sSub>
                    </m:oMath>
                  </m:oMathPara>
                </a14:m>
                <a:endParaRPr lang="es-ES" sz="2000" b="1" dirty="0"/>
              </a:p>
            </p:txBody>
          </p:sp>
        </mc:Choice>
        <mc:Fallback>
          <p:sp>
            <p:nvSpPr>
              <p:cNvPr id="12" name="CuadroTexto 11">
                <a:extLst>
                  <a:ext uri="{FF2B5EF4-FFF2-40B4-BE49-F238E27FC236}">
                    <a16:creationId xmlns:a16="http://schemas.microsoft.com/office/drawing/2014/main" id="{F053DDEA-1E80-B38C-E042-E278A1B07D03}"/>
                  </a:ext>
                </a:extLst>
              </p:cNvPr>
              <p:cNvSpPr txBox="1">
                <a:spLocks noRot="1" noChangeAspect="1" noMove="1" noResize="1" noEditPoints="1" noAdjustHandles="1" noChangeArrowheads="1" noChangeShapeType="1" noTextEdit="1"/>
              </p:cNvSpPr>
              <p:nvPr/>
            </p:nvSpPr>
            <p:spPr>
              <a:xfrm>
                <a:off x="3323068" y="2396866"/>
                <a:ext cx="2497863" cy="336887"/>
              </a:xfrm>
              <a:prstGeom prst="rect">
                <a:avLst/>
              </a:prstGeom>
              <a:blipFill>
                <a:blip r:embed="rId3"/>
                <a:stretch>
                  <a:fillRect l="-1446" b="-21667"/>
                </a:stretch>
              </a:blipFill>
              <a:ln w="28575">
                <a:solidFill>
                  <a:schemeClr val="tx1"/>
                </a:solidFill>
              </a:ln>
            </p:spPr>
            <p:txBody>
              <a:bodyPr/>
              <a:lstStyle/>
              <a:p>
                <a:r>
                  <a:rPr lang="en-ES">
                    <a:noFill/>
                  </a:rPr>
                  <a:t> </a:t>
                </a:r>
              </a:p>
            </p:txBody>
          </p:sp>
        </mc:Fallback>
      </mc:AlternateContent>
      <p:pic>
        <p:nvPicPr>
          <p:cNvPr id="14" name="Imagen 13">
            <a:extLst>
              <a:ext uri="{FF2B5EF4-FFF2-40B4-BE49-F238E27FC236}">
                <a16:creationId xmlns:a16="http://schemas.microsoft.com/office/drawing/2014/main" id="{3EFEABBF-AD78-C3D2-AA74-A49C9982C14D}"/>
              </a:ext>
            </a:extLst>
          </p:cNvPr>
          <p:cNvPicPr>
            <a:picLocks noChangeAspect="1"/>
          </p:cNvPicPr>
          <p:nvPr/>
        </p:nvPicPr>
        <p:blipFill>
          <a:blip r:embed="rId4"/>
          <a:stretch>
            <a:fillRect/>
          </a:stretch>
        </p:blipFill>
        <p:spPr>
          <a:xfrm>
            <a:off x="441995" y="2823104"/>
            <a:ext cx="8022439" cy="2750309"/>
          </a:xfrm>
          <a:prstGeom prst="rect">
            <a:avLst/>
          </a:prstGeom>
        </p:spPr>
      </p:pic>
      <p:sp>
        <p:nvSpPr>
          <p:cNvPr id="16" name="CuadroTexto 15">
            <a:extLst>
              <a:ext uri="{FF2B5EF4-FFF2-40B4-BE49-F238E27FC236}">
                <a16:creationId xmlns:a16="http://schemas.microsoft.com/office/drawing/2014/main" id="{4BC00B65-34A9-2E6E-9252-897A6CE9BF4E}"/>
              </a:ext>
            </a:extLst>
          </p:cNvPr>
          <p:cNvSpPr txBox="1"/>
          <p:nvPr/>
        </p:nvSpPr>
        <p:spPr>
          <a:xfrm>
            <a:off x="1565898" y="5573413"/>
            <a:ext cx="6012202" cy="246221"/>
          </a:xfrm>
          <a:prstGeom prst="rect">
            <a:avLst/>
          </a:prstGeom>
          <a:noFill/>
        </p:spPr>
        <p:txBody>
          <a:bodyPr wrap="square" rtlCol="0">
            <a:spAutoFit/>
          </a:bodyPr>
          <a:lstStyle/>
          <a:p>
            <a:pPr algn="ctr"/>
            <a:r>
              <a:rPr lang="es-ES" sz="1000" i="1" dirty="0"/>
              <a:t>Fig. 10: Comparación de técnicas de ajuste de la trayectoria para los biomarcadores. Fuente: Gazhi2020 et. al</a:t>
            </a:r>
          </a:p>
        </p:txBody>
      </p:sp>
    </p:spTree>
    <p:extLst>
      <p:ext uri="{BB962C8B-B14F-4D97-AF65-F5344CB8AC3E}">
        <p14:creationId xmlns:p14="http://schemas.microsoft.com/office/powerpoint/2010/main" val="509712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399BF-7006-BC3E-BB78-BED8F766BDA3}"/>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B237869E-C9EA-8B9B-CB00-2A86756C70E0}"/>
              </a:ext>
            </a:extLst>
          </p:cNvPr>
          <p:cNvSpPr>
            <a:spLocks noGrp="1"/>
          </p:cNvSpPr>
          <p:nvPr>
            <p:ph type="sldNum" sz="quarter" idx="12"/>
          </p:nvPr>
        </p:nvSpPr>
        <p:spPr/>
        <p:txBody>
          <a:bodyPr/>
          <a:lstStyle/>
          <a:p>
            <a:fld id="{A59C5ADF-E1AA-1B44-878A-2B73B5F70500}" type="slidenum">
              <a:rPr lang="es-ES" smtClean="0"/>
              <a:t>12</a:t>
            </a:fld>
            <a:endParaRPr lang="es-ES"/>
          </a:p>
        </p:txBody>
      </p:sp>
      <p:sp>
        <p:nvSpPr>
          <p:cNvPr id="5" name="Título 4">
            <a:extLst>
              <a:ext uri="{FF2B5EF4-FFF2-40B4-BE49-F238E27FC236}">
                <a16:creationId xmlns:a16="http://schemas.microsoft.com/office/drawing/2014/main" id="{8664202B-53B2-5D61-F642-67E43C80D9F2}"/>
              </a:ext>
            </a:extLst>
          </p:cNvPr>
          <p:cNvSpPr>
            <a:spLocks noGrp="1"/>
          </p:cNvSpPr>
          <p:nvPr>
            <p:ph type="title"/>
          </p:nvPr>
        </p:nvSpPr>
        <p:spPr/>
        <p:txBody>
          <a:bodyPr>
            <a:normAutofit/>
          </a:bodyPr>
          <a:lstStyle/>
          <a:p>
            <a:pPr algn="ctr"/>
            <a:r>
              <a:rPr lang="es-ES" dirty="0"/>
              <a:t>3. Métodos</a:t>
            </a:r>
          </a:p>
        </p:txBody>
      </p:sp>
      <p:sp>
        <p:nvSpPr>
          <p:cNvPr id="2" name="CuadroTexto 1">
            <a:extLst>
              <a:ext uri="{FF2B5EF4-FFF2-40B4-BE49-F238E27FC236}">
                <a16:creationId xmlns:a16="http://schemas.microsoft.com/office/drawing/2014/main" id="{9F2AB5D0-1D61-0E08-5416-30CF71894BB4}"/>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3BCE118C-7C21-1340-6C22-8A68BAEFDE6C}"/>
              </a:ext>
            </a:extLst>
          </p:cNvPr>
          <p:cNvSpPr txBox="1"/>
          <p:nvPr/>
        </p:nvSpPr>
        <p:spPr>
          <a:xfrm>
            <a:off x="447967" y="1259664"/>
            <a:ext cx="3825343" cy="461665"/>
          </a:xfrm>
          <a:prstGeom prst="rect">
            <a:avLst/>
          </a:prstGeom>
          <a:noFill/>
        </p:spPr>
        <p:txBody>
          <a:bodyPr wrap="none" rtlCol="0">
            <a:spAutoFit/>
          </a:bodyPr>
          <a:lstStyle/>
          <a:p>
            <a:r>
              <a:rPr lang="es-ES" sz="2400" dirty="0"/>
              <a:t>3.3. Paralelización de tareas</a:t>
            </a:r>
          </a:p>
        </p:txBody>
      </p:sp>
      <p:graphicFrame>
        <p:nvGraphicFramePr>
          <p:cNvPr id="9" name="Tabla 8">
            <a:extLst>
              <a:ext uri="{FF2B5EF4-FFF2-40B4-BE49-F238E27FC236}">
                <a16:creationId xmlns:a16="http://schemas.microsoft.com/office/drawing/2014/main" id="{16A12CCA-B15C-558E-24E2-AEAE71A258D4}"/>
              </a:ext>
            </a:extLst>
          </p:cNvPr>
          <p:cNvGraphicFramePr>
            <a:graphicFrameLocks noGrp="1"/>
          </p:cNvGraphicFramePr>
          <p:nvPr>
            <p:extLst>
              <p:ext uri="{D42A27DB-BD31-4B8C-83A1-F6EECF244321}">
                <p14:modId xmlns:p14="http://schemas.microsoft.com/office/powerpoint/2010/main" val="585914581"/>
              </p:ext>
            </p:extLst>
          </p:nvPr>
        </p:nvGraphicFramePr>
        <p:xfrm>
          <a:off x="6442589" y="1600397"/>
          <a:ext cx="2147473" cy="1666360"/>
        </p:xfrm>
        <a:graphic>
          <a:graphicData uri="http://schemas.openxmlformats.org/drawingml/2006/table">
            <a:tbl>
              <a:tblPr firstRow="1" bandRow="1">
                <a:tableStyleId>{5C22544A-7EE6-4342-B048-85BDC9FD1C3A}</a:tableStyleId>
              </a:tblPr>
              <a:tblGrid>
                <a:gridCol w="2147473">
                  <a:extLst>
                    <a:ext uri="{9D8B030D-6E8A-4147-A177-3AD203B41FA5}">
                      <a16:colId xmlns:a16="http://schemas.microsoft.com/office/drawing/2014/main" val="1435596001"/>
                    </a:ext>
                  </a:extLst>
                </a:gridCol>
              </a:tblGrid>
              <a:tr h="416590">
                <a:tc>
                  <a:txBody>
                    <a:bodyPr/>
                    <a:lstStyle/>
                    <a:p>
                      <a:pPr algn="ctr"/>
                      <a:r>
                        <a:rPr lang="es-ES" dirty="0"/>
                        <a:t>SISTEMAS</a:t>
                      </a:r>
                    </a:p>
                  </a:txBody>
                  <a:tcPr/>
                </a:tc>
                <a:extLst>
                  <a:ext uri="{0D108BD9-81ED-4DB2-BD59-A6C34878D82A}">
                    <a16:rowId xmlns:a16="http://schemas.microsoft.com/office/drawing/2014/main" val="2751377838"/>
                  </a:ext>
                </a:extLst>
              </a:tr>
              <a:tr h="416590">
                <a:tc>
                  <a:txBody>
                    <a:bodyPr/>
                    <a:lstStyle/>
                    <a:p>
                      <a:pPr algn="ctr"/>
                      <a:r>
                        <a:rPr lang="es-ES" dirty="0"/>
                        <a:t>WINDOWS 11</a:t>
                      </a:r>
                    </a:p>
                  </a:txBody>
                  <a:tcPr/>
                </a:tc>
                <a:extLst>
                  <a:ext uri="{0D108BD9-81ED-4DB2-BD59-A6C34878D82A}">
                    <a16:rowId xmlns:a16="http://schemas.microsoft.com/office/drawing/2014/main" val="244359622"/>
                  </a:ext>
                </a:extLst>
              </a:tr>
              <a:tr h="416590">
                <a:tc>
                  <a:txBody>
                    <a:bodyPr/>
                    <a:lstStyle/>
                    <a:p>
                      <a:pPr algn="ctr"/>
                      <a:r>
                        <a:rPr lang="es-ES" dirty="0"/>
                        <a:t>CURIE</a:t>
                      </a:r>
                    </a:p>
                  </a:txBody>
                  <a:tcPr/>
                </a:tc>
                <a:extLst>
                  <a:ext uri="{0D108BD9-81ED-4DB2-BD59-A6C34878D82A}">
                    <a16:rowId xmlns:a16="http://schemas.microsoft.com/office/drawing/2014/main" val="1787329125"/>
                  </a:ext>
                </a:extLst>
              </a:tr>
              <a:tr h="416590">
                <a:tc>
                  <a:txBody>
                    <a:bodyPr/>
                    <a:lstStyle/>
                    <a:p>
                      <a:pPr algn="ctr"/>
                      <a:r>
                        <a:rPr lang="es-ES" dirty="0"/>
                        <a:t>MAGERIT-3</a:t>
                      </a:r>
                    </a:p>
                  </a:txBody>
                  <a:tcPr/>
                </a:tc>
                <a:extLst>
                  <a:ext uri="{0D108BD9-81ED-4DB2-BD59-A6C34878D82A}">
                    <a16:rowId xmlns:a16="http://schemas.microsoft.com/office/drawing/2014/main" val="1687494549"/>
                  </a:ext>
                </a:extLst>
              </a:tr>
            </a:tbl>
          </a:graphicData>
        </a:graphic>
      </p:graphicFrame>
      <p:graphicFrame>
        <p:nvGraphicFramePr>
          <p:cNvPr id="6" name="Diagram 5">
            <a:extLst>
              <a:ext uri="{FF2B5EF4-FFF2-40B4-BE49-F238E27FC236}">
                <a16:creationId xmlns:a16="http://schemas.microsoft.com/office/drawing/2014/main" id="{33119EDD-45B1-DCD0-EAA0-2E1DDBB165EE}"/>
              </a:ext>
            </a:extLst>
          </p:cNvPr>
          <p:cNvGraphicFramePr/>
          <p:nvPr>
            <p:extLst>
              <p:ext uri="{D42A27DB-BD31-4B8C-83A1-F6EECF244321}">
                <p14:modId xmlns:p14="http://schemas.microsoft.com/office/powerpoint/2010/main" val="113452175"/>
              </p:ext>
            </p:extLst>
          </p:nvPr>
        </p:nvGraphicFramePr>
        <p:xfrm>
          <a:off x="1378368" y="3388084"/>
          <a:ext cx="4738316" cy="30919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 6">
            <a:extLst>
              <a:ext uri="{FF2B5EF4-FFF2-40B4-BE49-F238E27FC236}">
                <a16:creationId xmlns:a16="http://schemas.microsoft.com/office/drawing/2014/main" id="{CC7E1CCF-5FD9-3476-1AD3-01017B03407D}"/>
              </a:ext>
            </a:extLst>
          </p:cNvPr>
          <p:cNvGraphicFramePr/>
          <p:nvPr>
            <p:extLst>
              <p:ext uri="{D42A27DB-BD31-4B8C-83A1-F6EECF244321}">
                <p14:modId xmlns:p14="http://schemas.microsoft.com/office/powerpoint/2010/main" val="2806920434"/>
              </p:ext>
            </p:extLst>
          </p:nvPr>
        </p:nvGraphicFramePr>
        <p:xfrm>
          <a:off x="1378368" y="1291750"/>
          <a:ext cx="2708476" cy="275264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TextBox 7">
            <a:extLst>
              <a:ext uri="{FF2B5EF4-FFF2-40B4-BE49-F238E27FC236}">
                <a16:creationId xmlns:a16="http://schemas.microsoft.com/office/drawing/2014/main" id="{71475287-68DD-5B95-FBAA-E66A467F6C6B}"/>
              </a:ext>
            </a:extLst>
          </p:cNvPr>
          <p:cNvSpPr txBox="1"/>
          <p:nvPr/>
        </p:nvSpPr>
        <p:spPr>
          <a:xfrm>
            <a:off x="773857" y="1713583"/>
            <a:ext cx="1933543" cy="369332"/>
          </a:xfrm>
          <a:prstGeom prst="rect">
            <a:avLst/>
          </a:prstGeom>
          <a:noFill/>
        </p:spPr>
        <p:txBody>
          <a:bodyPr wrap="none" rtlCol="0">
            <a:spAutoFit/>
          </a:bodyPr>
          <a:lstStyle/>
          <a:p>
            <a:r>
              <a:rPr lang="es-ES_tradnl" dirty="0"/>
              <a:t>Serial Computing </a:t>
            </a:r>
            <a:endParaRPr lang="en-ES" dirty="0"/>
          </a:p>
        </p:txBody>
      </p:sp>
      <p:sp>
        <p:nvSpPr>
          <p:cNvPr id="10" name="TextBox 9">
            <a:extLst>
              <a:ext uri="{FF2B5EF4-FFF2-40B4-BE49-F238E27FC236}">
                <a16:creationId xmlns:a16="http://schemas.microsoft.com/office/drawing/2014/main" id="{4BC854C0-2B2A-1ADF-5825-5408C6A9DE6F}"/>
              </a:ext>
            </a:extLst>
          </p:cNvPr>
          <p:cNvSpPr txBox="1"/>
          <p:nvPr/>
        </p:nvSpPr>
        <p:spPr>
          <a:xfrm>
            <a:off x="773857" y="3453550"/>
            <a:ext cx="2115836" cy="369332"/>
          </a:xfrm>
          <a:prstGeom prst="rect">
            <a:avLst/>
          </a:prstGeom>
          <a:noFill/>
        </p:spPr>
        <p:txBody>
          <a:bodyPr wrap="none" rtlCol="0">
            <a:spAutoFit/>
          </a:bodyPr>
          <a:lstStyle/>
          <a:p>
            <a:r>
              <a:rPr lang="es-ES_tradnl" dirty="0" err="1"/>
              <a:t>Parallel</a:t>
            </a:r>
            <a:r>
              <a:rPr lang="es-ES_tradnl" dirty="0"/>
              <a:t> Computing </a:t>
            </a:r>
            <a:endParaRPr lang="en-ES" dirty="0"/>
          </a:p>
        </p:txBody>
      </p:sp>
    </p:spTree>
    <p:extLst>
      <p:ext uri="{BB962C8B-B14F-4D97-AF65-F5344CB8AC3E}">
        <p14:creationId xmlns:p14="http://schemas.microsoft.com/office/powerpoint/2010/main" val="38926521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a:lstStyle/>
          <a:p>
            <a:fld id="{A59C5ADF-E1AA-1B44-878A-2B73B5F70500}" type="slidenum">
              <a:rPr lang="es-ES" smtClean="0"/>
              <a:t>13</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a:normAutofit/>
          </a:bodyPr>
          <a:lstStyle/>
          <a:p>
            <a:pPr algn="ctr"/>
            <a:r>
              <a:rPr lang="es-ES" dirty="0"/>
              <a:t>4. Resultados</a:t>
            </a:r>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2B674C39-D7FC-7F83-8941-C98177771FEA}"/>
              </a:ext>
            </a:extLst>
          </p:cNvPr>
          <p:cNvSpPr txBox="1"/>
          <p:nvPr/>
        </p:nvSpPr>
        <p:spPr>
          <a:xfrm>
            <a:off x="447967" y="1249691"/>
            <a:ext cx="4363695" cy="461665"/>
          </a:xfrm>
          <a:prstGeom prst="rect">
            <a:avLst/>
          </a:prstGeom>
          <a:noFill/>
        </p:spPr>
        <p:txBody>
          <a:bodyPr wrap="none" rtlCol="0">
            <a:spAutoFit/>
          </a:bodyPr>
          <a:lstStyle/>
          <a:p>
            <a:r>
              <a:rPr lang="es-ES" sz="2400" dirty="0"/>
              <a:t>4.1. Análisis al inicio del estudio</a:t>
            </a:r>
          </a:p>
        </p:txBody>
      </p:sp>
      <p:pic>
        <p:nvPicPr>
          <p:cNvPr id="8" name="Imagen 7" descr="Tabla&#10;&#10;Descripción generada automáticamente">
            <a:extLst>
              <a:ext uri="{FF2B5EF4-FFF2-40B4-BE49-F238E27FC236}">
                <a16:creationId xmlns:a16="http://schemas.microsoft.com/office/drawing/2014/main" id="{5FAC7CC4-E93B-372A-F3E3-C5FDB8F341CE}"/>
              </a:ext>
            </a:extLst>
          </p:cNvPr>
          <p:cNvPicPr>
            <a:picLocks noChangeAspect="1"/>
          </p:cNvPicPr>
          <p:nvPr/>
        </p:nvPicPr>
        <p:blipFill>
          <a:blip r:embed="rId3"/>
          <a:stretch>
            <a:fillRect/>
          </a:stretch>
        </p:blipFill>
        <p:spPr>
          <a:xfrm>
            <a:off x="1960429" y="1786400"/>
            <a:ext cx="5223142" cy="4365970"/>
          </a:xfrm>
          <a:prstGeom prst="rect">
            <a:avLst/>
          </a:prstGeom>
        </p:spPr>
      </p:pic>
      <p:sp>
        <p:nvSpPr>
          <p:cNvPr id="6" name="TextBox 5">
            <a:extLst>
              <a:ext uri="{FF2B5EF4-FFF2-40B4-BE49-F238E27FC236}">
                <a16:creationId xmlns:a16="http://schemas.microsoft.com/office/drawing/2014/main" id="{FD2E4AA9-297A-9180-ED7F-4CAE23B3BC0B}"/>
              </a:ext>
            </a:extLst>
          </p:cNvPr>
          <p:cNvSpPr txBox="1"/>
          <p:nvPr/>
        </p:nvSpPr>
        <p:spPr>
          <a:xfrm>
            <a:off x="3244850" y="5906149"/>
            <a:ext cx="609600" cy="246221"/>
          </a:xfrm>
          <a:prstGeom prst="rect">
            <a:avLst/>
          </a:prstGeom>
          <a:solidFill>
            <a:schemeClr val="bg1"/>
          </a:solidFill>
        </p:spPr>
        <p:txBody>
          <a:bodyPr wrap="square" rtlCol="0">
            <a:spAutoFit/>
          </a:bodyPr>
          <a:lstStyle/>
          <a:p>
            <a:r>
              <a:rPr lang="es-ES_tradnl" sz="1000" dirty="0"/>
              <a:t>Fig. 11:</a:t>
            </a:r>
            <a:endParaRPr lang="en-ES" sz="1000" dirty="0"/>
          </a:p>
        </p:txBody>
      </p:sp>
    </p:spTree>
    <p:extLst>
      <p:ext uri="{BB962C8B-B14F-4D97-AF65-F5344CB8AC3E}">
        <p14:creationId xmlns:p14="http://schemas.microsoft.com/office/powerpoint/2010/main" val="27074230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vert="horz" lIns="91440" tIns="45720" rIns="91440" bIns="45720" rtlCol="0" anchor="ctr">
            <a:normAutofit/>
          </a:bodyPr>
          <a:lstStyle/>
          <a:p>
            <a:pPr>
              <a:spcAft>
                <a:spcPts val="600"/>
              </a:spcAft>
            </a:pPr>
            <a:fld id="{A59C5ADF-E1AA-1B44-878A-2B73B5F70500}" type="slidenum">
              <a:rPr lang="es-ES" smtClean="0"/>
              <a:pPr>
                <a:spcAft>
                  <a:spcPts val="600"/>
                </a:spcAft>
              </a:pPr>
              <a:t>14</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vert="horz" lIns="91440" tIns="45720" rIns="91440" bIns="45720" rtlCol="0" anchor="ctr">
            <a:normAutofit/>
          </a:bodyPr>
          <a:lstStyle/>
          <a:p>
            <a:pPr algn="ctr"/>
            <a:r>
              <a:rPr lang="es-ES" dirty="0"/>
              <a:t>4. Resultados</a:t>
            </a:r>
          </a:p>
        </p:txBody>
      </p:sp>
      <p:sp>
        <p:nvSpPr>
          <p:cNvPr id="4" name="CuadroTexto 3">
            <a:extLst>
              <a:ext uri="{FF2B5EF4-FFF2-40B4-BE49-F238E27FC236}">
                <a16:creationId xmlns:a16="http://schemas.microsoft.com/office/drawing/2014/main" id="{2B674C39-D7FC-7F83-8941-C98177771FEA}"/>
              </a:ext>
            </a:extLst>
          </p:cNvPr>
          <p:cNvSpPr txBox="1"/>
          <p:nvPr/>
        </p:nvSpPr>
        <p:spPr>
          <a:xfrm>
            <a:off x="447967" y="1293006"/>
            <a:ext cx="4393540" cy="1065184"/>
          </a:xfrm>
          <a:prstGeom prst="rect">
            <a:avLst/>
          </a:prstGeom>
        </p:spPr>
        <p:txBody>
          <a:bodyPr vert="horz" lIns="91440" tIns="45720" rIns="91440" bIns="45720" rtlCol="0">
            <a:normAutofit/>
          </a:bodyPr>
          <a:lstStyle/>
          <a:p>
            <a:pPr defTabSz="685800">
              <a:lnSpc>
                <a:spcPct val="90000"/>
              </a:lnSpc>
              <a:spcBef>
                <a:spcPts val="750"/>
              </a:spcBef>
            </a:pPr>
            <a:r>
              <a:rPr lang="en-US" sz="2400" dirty="0"/>
              <a:t>4.1. </a:t>
            </a:r>
            <a:r>
              <a:rPr lang="en-US" sz="2400" dirty="0" err="1"/>
              <a:t>Análisis</a:t>
            </a:r>
            <a:r>
              <a:rPr lang="en-US" sz="2400" dirty="0"/>
              <a:t> al </a:t>
            </a:r>
            <a:r>
              <a:rPr lang="en-US" sz="2400" dirty="0" err="1"/>
              <a:t>inicio</a:t>
            </a:r>
            <a:r>
              <a:rPr lang="en-US" sz="2400" dirty="0"/>
              <a:t> del </a:t>
            </a:r>
            <a:r>
              <a:rPr lang="en-US" sz="2400" dirty="0" err="1"/>
              <a:t>estudio</a:t>
            </a:r>
            <a:endParaRPr lang="en-US" sz="2400" dirty="0"/>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pic>
        <p:nvPicPr>
          <p:cNvPr id="10" name="Imagen 9" descr="Tabla&#10;&#10;Descripción generada automáticamente">
            <a:extLst>
              <a:ext uri="{FF2B5EF4-FFF2-40B4-BE49-F238E27FC236}">
                <a16:creationId xmlns:a16="http://schemas.microsoft.com/office/drawing/2014/main" id="{54327661-00EE-83E9-911C-506991B1D27E}"/>
              </a:ext>
            </a:extLst>
          </p:cNvPr>
          <p:cNvPicPr>
            <a:picLocks noChangeAspect="1"/>
          </p:cNvPicPr>
          <p:nvPr/>
        </p:nvPicPr>
        <p:blipFill>
          <a:blip r:embed="rId3"/>
          <a:stretch>
            <a:fillRect/>
          </a:stretch>
        </p:blipFill>
        <p:spPr>
          <a:xfrm>
            <a:off x="1025412" y="1819175"/>
            <a:ext cx="7093175" cy="4225490"/>
          </a:xfrm>
          <a:prstGeom prst="rect">
            <a:avLst/>
          </a:prstGeom>
        </p:spPr>
      </p:pic>
      <p:sp>
        <p:nvSpPr>
          <p:cNvPr id="6" name="TextBox 5">
            <a:extLst>
              <a:ext uri="{FF2B5EF4-FFF2-40B4-BE49-F238E27FC236}">
                <a16:creationId xmlns:a16="http://schemas.microsoft.com/office/drawing/2014/main" id="{73E2DB84-0CCC-4DFA-2B0C-11BA51BF8AAF}"/>
              </a:ext>
            </a:extLst>
          </p:cNvPr>
          <p:cNvSpPr txBox="1"/>
          <p:nvPr/>
        </p:nvSpPr>
        <p:spPr>
          <a:xfrm>
            <a:off x="2872318" y="5732452"/>
            <a:ext cx="683685" cy="261610"/>
          </a:xfrm>
          <a:prstGeom prst="rect">
            <a:avLst/>
          </a:prstGeom>
          <a:solidFill>
            <a:schemeClr val="bg1"/>
          </a:solidFill>
        </p:spPr>
        <p:txBody>
          <a:bodyPr wrap="square" rtlCol="0">
            <a:spAutoFit/>
          </a:bodyPr>
          <a:lstStyle/>
          <a:p>
            <a:r>
              <a:rPr lang="es-ES_tradnl" sz="1100" dirty="0"/>
              <a:t>Fig. 12:</a:t>
            </a:r>
            <a:endParaRPr lang="en-ES" sz="1100" dirty="0"/>
          </a:p>
        </p:txBody>
      </p:sp>
    </p:spTree>
    <p:extLst>
      <p:ext uri="{BB962C8B-B14F-4D97-AF65-F5344CB8AC3E}">
        <p14:creationId xmlns:p14="http://schemas.microsoft.com/office/powerpoint/2010/main" val="26350261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vert="horz" lIns="91440" tIns="45720" rIns="91440" bIns="45720" rtlCol="0" anchor="ctr">
            <a:normAutofit/>
          </a:bodyPr>
          <a:lstStyle/>
          <a:p>
            <a:pPr>
              <a:spcAft>
                <a:spcPts val="600"/>
              </a:spcAft>
            </a:pPr>
            <a:fld id="{A59C5ADF-E1AA-1B44-878A-2B73B5F70500}" type="slidenum">
              <a:rPr lang="es-ES" smtClean="0"/>
              <a:pPr>
                <a:spcAft>
                  <a:spcPts val="600"/>
                </a:spcAft>
              </a:pPr>
              <a:t>15</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vert="horz" lIns="91440" tIns="45720" rIns="91440" bIns="45720" rtlCol="0" anchor="ctr">
            <a:normAutofit/>
          </a:bodyPr>
          <a:lstStyle/>
          <a:p>
            <a:pPr algn="ctr"/>
            <a:r>
              <a:rPr lang="es-ES" dirty="0"/>
              <a:t>4. Resultados</a:t>
            </a:r>
          </a:p>
        </p:txBody>
      </p:sp>
      <p:sp>
        <p:nvSpPr>
          <p:cNvPr id="4" name="CuadroTexto 3">
            <a:extLst>
              <a:ext uri="{FF2B5EF4-FFF2-40B4-BE49-F238E27FC236}">
                <a16:creationId xmlns:a16="http://schemas.microsoft.com/office/drawing/2014/main" id="{2B674C39-D7FC-7F83-8941-C98177771FEA}"/>
              </a:ext>
            </a:extLst>
          </p:cNvPr>
          <p:cNvSpPr txBox="1"/>
          <p:nvPr/>
        </p:nvSpPr>
        <p:spPr>
          <a:xfrm>
            <a:off x="447967" y="1293006"/>
            <a:ext cx="7093174" cy="1065184"/>
          </a:xfrm>
          <a:prstGeom prst="rect">
            <a:avLst/>
          </a:prstGeom>
        </p:spPr>
        <p:txBody>
          <a:bodyPr vert="horz" lIns="91440" tIns="45720" rIns="91440" bIns="45720" rtlCol="0">
            <a:normAutofit/>
          </a:bodyPr>
          <a:lstStyle/>
          <a:p>
            <a:pPr defTabSz="685800">
              <a:lnSpc>
                <a:spcPct val="90000"/>
              </a:lnSpc>
              <a:spcBef>
                <a:spcPts val="750"/>
              </a:spcBef>
            </a:pPr>
            <a:r>
              <a:rPr lang="en-US" sz="2400" dirty="0"/>
              <a:t>4.2. Curvas de progression de un </a:t>
            </a:r>
            <a:r>
              <a:rPr lang="en-US" sz="2400" dirty="0" err="1"/>
              <a:t>sujeto</a:t>
            </a:r>
            <a:endParaRPr lang="en-US" sz="2400" dirty="0"/>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pic>
        <p:nvPicPr>
          <p:cNvPr id="7" name="Imagen 6" descr="Gráfico, Gráfico de líneas&#10;&#10;Descripción generada automáticamente">
            <a:extLst>
              <a:ext uri="{FF2B5EF4-FFF2-40B4-BE49-F238E27FC236}">
                <a16:creationId xmlns:a16="http://schemas.microsoft.com/office/drawing/2014/main" id="{320F6921-D01B-315B-2A91-6251DC9F14BC}"/>
              </a:ext>
            </a:extLst>
          </p:cNvPr>
          <p:cNvPicPr>
            <a:picLocks noChangeAspect="1"/>
          </p:cNvPicPr>
          <p:nvPr/>
        </p:nvPicPr>
        <p:blipFill>
          <a:blip r:embed="rId3"/>
          <a:stretch>
            <a:fillRect/>
          </a:stretch>
        </p:blipFill>
        <p:spPr>
          <a:xfrm>
            <a:off x="528943" y="2036823"/>
            <a:ext cx="8086114" cy="3465477"/>
          </a:xfrm>
          <a:prstGeom prst="rect">
            <a:avLst/>
          </a:prstGeom>
        </p:spPr>
      </p:pic>
      <p:sp>
        <p:nvSpPr>
          <p:cNvPr id="6" name="TextBox 5">
            <a:extLst>
              <a:ext uri="{FF2B5EF4-FFF2-40B4-BE49-F238E27FC236}">
                <a16:creationId xmlns:a16="http://schemas.microsoft.com/office/drawing/2014/main" id="{F611F916-5944-8C75-5750-088B8B2128D4}"/>
              </a:ext>
            </a:extLst>
          </p:cNvPr>
          <p:cNvSpPr txBox="1"/>
          <p:nvPr/>
        </p:nvSpPr>
        <p:spPr>
          <a:xfrm>
            <a:off x="2635250" y="2024772"/>
            <a:ext cx="609600" cy="246221"/>
          </a:xfrm>
          <a:prstGeom prst="rect">
            <a:avLst/>
          </a:prstGeom>
          <a:solidFill>
            <a:schemeClr val="bg1"/>
          </a:solidFill>
        </p:spPr>
        <p:txBody>
          <a:bodyPr wrap="square" rtlCol="0">
            <a:spAutoFit/>
          </a:bodyPr>
          <a:lstStyle/>
          <a:p>
            <a:r>
              <a:rPr lang="es-ES_tradnl" sz="1000" dirty="0"/>
              <a:t>Fig. 13:</a:t>
            </a:r>
            <a:endParaRPr lang="en-ES" sz="1000" dirty="0"/>
          </a:p>
        </p:txBody>
      </p:sp>
      <p:sp>
        <p:nvSpPr>
          <p:cNvPr id="8" name="TextBox 7">
            <a:extLst>
              <a:ext uri="{FF2B5EF4-FFF2-40B4-BE49-F238E27FC236}">
                <a16:creationId xmlns:a16="http://schemas.microsoft.com/office/drawing/2014/main" id="{71A9C1B7-CD59-74E5-866B-B9B7576672F7}"/>
              </a:ext>
            </a:extLst>
          </p:cNvPr>
          <p:cNvSpPr txBox="1"/>
          <p:nvPr/>
        </p:nvSpPr>
        <p:spPr>
          <a:xfrm>
            <a:off x="6846143" y="1794506"/>
            <a:ext cx="1759717" cy="430887"/>
          </a:xfrm>
          <a:prstGeom prst="rect">
            <a:avLst/>
          </a:prstGeom>
          <a:noFill/>
          <a:ln>
            <a:solidFill>
              <a:schemeClr val="tx1"/>
            </a:solidFill>
          </a:ln>
        </p:spPr>
        <p:txBody>
          <a:bodyPr wrap="square" rtlCol="0">
            <a:spAutoFit/>
          </a:bodyPr>
          <a:lstStyle/>
          <a:p>
            <a:r>
              <a:rPr lang="es-ES_tradnl" sz="1100" b="1" dirty="0"/>
              <a:t>EJE X</a:t>
            </a:r>
            <a:r>
              <a:rPr lang="es-ES_tradnl" sz="1100" dirty="0"/>
              <a:t>: Años</a:t>
            </a:r>
          </a:p>
          <a:p>
            <a:r>
              <a:rPr lang="es-ES_tradnl" sz="1100" b="1" dirty="0"/>
              <a:t>EJE Y</a:t>
            </a:r>
            <a:r>
              <a:rPr lang="es-ES_tradnl" sz="1100" dirty="0"/>
              <a:t>: Escala normalizada</a:t>
            </a:r>
            <a:endParaRPr lang="en-ES" sz="1100" dirty="0"/>
          </a:p>
        </p:txBody>
      </p:sp>
    </p:spTree>
    <p:extLst>
      <p:ext uri="{BB962C8B-B14F-4D97-AF65-F5344CB8AC3E}">
        <p14:creationId xmlns:p14="http://schemas.microsoft.com/office/powerpoint/2010/main" val="1673690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vert="horz" lIns="91440" tIns="45720" rIns="91440" bIns="45720" rtlCol="0" anchor="ctr">
            <a:normAutofit/>
          </a:bodyPr>
          <a:lstStyle/>
          <a:p>
            <a:pPr>
              <a:spcAft>
                <a:spcPts val="600"/>
              </a:spcAft>
            </a:pPr>
            <a:fld id="{A59C5ADF-E1AA-1B44-878A-2B73B5F70500}" type="slidenum">
              <a:rPr lang="es-ES" smtClean="0"/>
              <a:pPr>
                <a:spcAft>
                  <a:spcPts val="600"/>
                </a:spcAft>
              </a:pPr>
              <a:t>16</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vert="horz" lIns="91440" tIns="45720" rIns="91440" bIns="45720" rtlCol="0" anchor="ctr">
            <a:normAutofit/>
          </a:bodyPr>
          <a:lstStyle/>
          <a:p>
            <a:pPr algn="ctr"/>
            <a:r>
              <a:rPr lang="es-ES" dirty="0"/>
              <a:t>4. Resultados</a:t>
            </a:r>
          </a:p>
        </p:txBody>
      </p:sp>
      <p:sp>
        <p:nvSpPr>
          <p:cNvPr id="4" name="CuadroTexto 3">
            <a:extLst>
              <a:ext uri="{FF2B5EF4-FFF2-40B4-BE49-F238E27FC236}">
                <a16:creationId xmlns:a16="http://schemas.microsoft.com/office/drawing/2014/main" id="{2B674C39-D7FC-7F83-8941-C98177771FEA}"/>
              </a:ext>
            </a:extLst>
          </p:cNvPr>
          <p:cNvSpPr txBox="1"/>
          <p:nvPr/>
        </p:nvSpPr>
        <p:spPr>
          <a:xfrm>
            <a:off x="447967" y="1293006"/>
            <a:ext cx="7093174" cy="1065184"/>
          </a:xfrm>
          <a:prstGeom prst="rect">
            <a:avLst/>
          </a:prstGeom>
        </p:spPr>
        <p:txBody>
          <a:bodyPr vert="horz" lIns="91440" tIns="45720" rIns="91440" bIns="45720" rtlCol="0">
            <a:normAutofit/>
          </a:bodyPr>
          <a:lstStyle/>
          <a:p>
            <a:pPr defTabSz="685800">
              <a:lnSpc>
                <a:spcPct val="90000"/>
              </a:lnSpc>
              <a:spcBef>
                <a:spcPts val="750"/>
              </a:spcBef>
            </a:pPr>
            <a:r>
              <a:rPr lang="en-US" sz="2400" dirty="0"/>
              <a:t>4.2. Curvas de </a:t>
            </a:r>
            <a:r>
              <a:rPr lang="en-US" sz="2400" dirty="0" err="1"/>
              <a:t>progresión</a:t>
            </a:r>
            <a:r>
              <a:rPr lang="en-US" sz="2400" dirty="0"/>
              <a:t> de un </a:t>
            </a:r>
            <a:r>
              <a:rPr lang="en-US" sz="2400" dirty="0" err="1"/>
              <a:t>sujeto</a:t>
            </a:r>
            <a:endParaRPr lang="en-US" sz="2400" dirty="0"/>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pic>
        <p:nvPicPr>
          <p:cNvPr id="8" name="Imagen 7" descr="Gráfico, Gráfico de líneas, Gráfico de dispersión&#10;&#10;Descripción generada automáticamente">
            <a:extLst>
              <a:ext uri="{FF2B5EF4-FFF2-40B4-BE49-F238E27FC236}">
                <a16:creationId xmlns:a16="http://schemas.microsoft.com/office/drawing/2014/main" id="{BB3A33F4-BB42-9468-5DF7-2928D7CD63BF}"/>
              </a:ext>
            </a:extLst>
          </p:cNvPr>
          <p:cNvPicPr>
            <a:picLocks noChangeAspect="1"/>
          </p:cNvPicPr>
          <p:nvPr/>
        </p:nvPicPr>
        <p:blipFill>
          <a:blip r:embed="rId3"/>
          <a:stretch>
            <a:fillRect/>
          </a:stretch>
        </p:blipFill>
        <p:spPr>
          <a:xfrm>
            <a:off x="447967" y="2030109"/>
            <a:ext cx="8248066" cy="3534885"/>
          </a:xfrm>
          <a:prstGeom prst="rect">
            <a:avLst/>
          </a:prstGeom>
        </p:spPr>
      </p:pic>
      <p:sp>
        <p:nvSpPr>
          <p:cNvPr id="6" name="TextBox 5">
            <a:extLst>
              <a:ext uri="{FF2B5EF4-FFF2-40B4-BE49-F238E27FC236}">
                <a16:creationId xmlns:a16="http://schemas.microsoft.com/office/drawing/2014/main" id="{790C21B8-0A4D-7FD3-C929-C0154147A307}"/>
              </a:ext>
            </a:extLst>
          </p:cNvPr>
          <p:cNvSpPr txBox="1"/>
          <p:nvPr/>
        </p:nvSpPr>
        <p:spPr>
          <a:xfrm>
            <a:off x="2694517" y="2030109"/>
            <a:ext cx="609600" cy="246221"/>
          </a:xfrm>
          <a:prstGeom prst="rect">
            <a:avLst/>
          </a:prstGeom>
          <a:solidFill>
            <a:schemeClr val="bg1"/>
          </a:solidFill>
        </p:spPr>
        <p:txBody>
          <a:bodyPr wrap="square" rtlCol="0">
            <a:spAutoFit/>
          </a:bodyPr>
          <a:lstStyle/>
          <a:p>
            <a:r>
              <a:rPr lang="es-ES_tradnl" sz="1000" dirty="0"/>
              <a:t>Fig. 14:</a:t>
            </a:r>
            <a:endParaRPr lang="en-ES" sz="1000" dirty="0"/>
          </a:p>
        </p:txBody>
      </p:sp>
      <p:sp>
        <p:nvSpPr>
          <p:cNvPr id="7" name="TextBox 6">
            <a:extLst>
              <a:ext uri="{FF2B5EF4-FFF2-40B4-BE49-F238E27FC236}">
                <a16:creationId xmlns:a16="http://schemas.microsoft.com/office/drawing/2014/main" id="{4D65999A-5CE0-836D-8310-01738B178C1D}"/>
              </a:ext>
            </a:extLst>
          </p:cNvPr>
          <p:cNvSpPr txBox="1"/>
          <p:nvPr/>
        </p:nvSpPr>
        <p:spPr>
          <a:xfrm>
            <a:off x="6846143" y="1764667"/>
            <a:ext cx="1759717" cy="430887"/>
          </a:xfrm>
          <a:prstGeom prst="rect">
            <a:avLst/>
          </a:prstGeom>
          <a:noFill/>
          <a:ln>
            <a:solidFill>
              <a:schemeClr val="tx1"/>
            </a:solidFill>
          </a:ln>
        </p:spPr>
        <p:txBody>
          <a:bodyPr wrap="square" rtlCol="0">
            <a:spAutoFit/>
          </a:bodyPr>
          <a:lstStyle/>
          <a:p>
            <a:r>
              <a:rPr lang="es-ES_tradnl" sz="1100" b="1" dirty="0"/>
              <a:t>EJE X</a:t>
            </a:r>
            <a:r>
              <a:rPr lang="es-ES_tradnl" sz="1100" dirty="0"/>
              <a:t>: Años</a:t>
            </a:r>
          </a:p>
          <a:p>
            <a:r>
              <a:rPr lang="es-ES_tradnl" sz="1100" b="1" dirty="0"/>
              <a:t>EJE Y</a:t>
            </a:r>
            <a:r>
              <a:rPr lang="es-ES_tradnl" sz="1100" dirty="0"/>
              <a:t>: Escala original</a:t>
            </a:r>
            <a:endParaRPr lang="en-ES" sz="1100" dirty="0"/>
          </a:p>
        </p:txBody>
      </p:sp>
    </p:spTree>
    <p:extLst>
      <p:ext uri="{BB962C8B-B14F-4D97-AF65-F5344CB8AC3E}">
        <p14:creationId xmlns:p14="http://schemas.microsoft.com/office/powerpoint/2010/main" val="21013539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vert="horz" lIns="91440" tIns="45720" rIns="91440" bIns="45720" rtlCol="0" anchor="ctr">
            <a:normAutofit/>
          </a:bodyPr>
          <a:lstStyle/>
          <a:p>
            <a:pPr>
              <a:spcAft>
                <a:spcPts val="600"/>
              </a:spcAft>
            </a:pPr>
            <a:fld id="{A59C5ADF-E1AA-1B44-878A-2B73B5F70500}" type="slidenum">
              <a:rPr lang="es-ES" smtClean="0"/>
              <a:pPr>
                <a:spcAft>
                  <a:spcPts val="600"/>
                </a:spcAft>
              </a:pPr>
              <a:t>17</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vert="horz" lIns="91440" tIns="45720" rIns="91440" bIns="45720" rtlCol="0" anchor="ctr">
            <a:normAutofit/>
          </a:bodyPr>
          <a:lstStyle/>
          <a:p>
            <a:pPr algn="ctr"/>
            <a:r>
              <a:rPr lang="es-ES" dirty="0"/>
              <a:t>4. Resultados</a:t>
            </a:r>
          </a:p>
        </p:txBody>
      </p:sp>
      <p:sp>
        <p:nvSpPr>
          <p:cNvPr id="4" name="CuadroTexto 3">
            <a:extLst>
              <a:ext uri="{FF2B5EF4-FFF2-40B4-BE49-F238E27FC236}">
                <a16:creationId xmlns:a16="http://schemas.microsoft.com/office/drawing/2014/main" id="{2B674C39-D7FC-7F83-8941-C98177771FEA}"/>
              </a:ext>
            </a:extLst>
          </p:cNvPr>
          <p:cNvSpPr txBox="1"/>
          <p:nvPr/>
        </p:nvSpPr>
        <p:spPr>
          <a:xfrm>
            <a:off x="447967" y="1293006"/>
            <a:ext cx="7093174" cy="1065184"/>
          </a:xfrm>
          <a:prstGeom prst="rect">
            <a:avLst/>
          </a:prstGeom>
        </p:spPr>
        <p:txBody>
          <a:bodyPr vert="horz" lIns="91440" tIns="45720" rIns="91440" bIns="45720" rtlCol="0">
            <a:normAutofit/>
          </a:bodyPr>
          <a:lstStyle/>
          <a:p>
            <a:pPr defTabSz="685800">
              <a:lnSpc>
                <a:spcPct val="90000"/>
              </a:lnSpc>
              <a:spcBef>
                <a:spcPts val="750"/>
              </a:spcBef>
            </a:pPr>
            <a:r>
              <a:rPr lang="en-US" sz="2400" dirty="0"/>
              <a:t>4.3. </a:t>
            </a:r>
            <a:r>
              <a:rPr lang="en-US" sz="2400" dirty="0" err="1"/>
              <a:t>Mejores</a:t>
            </a:r>
            <a:r>
              <a:rPr lang="en-US" sz="2400" dirty="0"/>
              <a:t> </a:t>
            </a:r>
            <a:r>
              <a:rPr lang="en-US" sz="2400" dirty="0" err="1"/>
              <a:t>vectores</a:t>
            </a:r>
            <a:endParaRPr lang="en-US" sz="2400" dirty="0"/>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graphicFrame>
        <p:nvGraphicFramePr>
          <p:cNvPr id="6" name="Tabla 5">
            <a:extLst>
              <a:ext uri="{FF2B5EF4-FFF2-40B4-BE49-F238E27FC236}">
                <a16:creationId xmlns:a16="http://schemas.microsoft.com/office/drawing/2014/main" id="{A2CDB2FC-9C95-4B7D-66DD-FDCADF839733}"/>
              </a:ext>
            </a:extLst>
          </p:cNvPr>
          <p:cNvGraphicFramePr>
            <a:graphicFrameLocks noGrp="1"/>
          </p:cNvGraphicFramePr>
          <p:nvPr>
            <p:extLst>
              <p:ext uri="{D42A27DB-BD31-4B8C-83A1-F6EECF244321}">
                <p14:modId xmlns:p14="http://schemas.microsoft.com/office/powerpoint/2010/main" val="1234459765"/>
              </p:ext>
            </p:extLst>
          </p:nvPr>
        </p:nvGraphicFramePr>
        <p:xfrm>
          <a:off x="200892" y="2787852"/>
          <a:ext cx="8742215" cy="1963420"/>
        </p:xfrm>
        <a:graphic>
          <a:graphicData uri="http://schemas.openxmlformats.org/drawingml/2006/table">
            <a:tbl>
              <a:tblPr firstRow="1" bandRow="1">
                <a:tableStyleId>{EB344D84-9AFB-497E-A393-DC336BA19D2E}</a:tableStyleId>
              </a:tblPr>
              <a:tblGrid>
                <a:gridCol w="1179021">
                  <a:extLst>
                    <a:ext uri="{9D8B030D-6E8A-4147-A177-3AD203B41FA5}">
                      <a16:colId xmlns:a16="http://schemas.microsoft.com/office/drawing/2014/main" val="3405716051"/>
                    </a:ext>
                  </a:extLst>
                </a:gridCol>
                <a:gridCol w="4638502">
                  <a:extLst>
                    <a:ext uri="{9D8B030D-6E8A-4147-A177-3AD203B41FA5}">
                      <a16:colId xmlns:a16="http://schemas.microsoft.com/office/drawing/2014/main" val="4068560957"/>
                    </a:ext>
                  </a:extLst>
                </a:gridCol>
                <a:gridCol w="2924692">
                  <a:extLst>
                    <a:ext uri="{9D8B030D-6E8A-4147-A177-3AD203B41FA5}">
                      <a16:colId xmlns:a16="http://schemas.microsoft.com/office/drawing/2014/main" val="2962396248"/>
                    </a:ext>
                  </a:extLst>
                </a:gridCol>
              </a:tblGrid>
              <a:tr h="370840">
                <a:tc>
                  <a:txBody>
                    <a:bodyPr/>
                    <a:lstStyle/>
                    <a:p>
                      <a:pPr algn="ctr"/>
                      <a:r>
                        <a:rPr lang="es-ES" b="0" dirty="0" err="1"/>
                        <a:t>Nº</a:t>
                      </a:r>
                      <a:r>
                        <a:rPr lang="es-ES" b="0" dirty="0"/>
                        <a:t> </a:t>
                      </a:r>
                      <a:r>
                        <a:rPr lang="es-ES" sz="900" b="0" dirty="0"/>
                        <a:t>BIOMARCADORES</a:t>
                      </a:r>
                    </a:p>
                  </a:txBody>
                  <a:tcPr/>
                </a:tc>
                <a:tc>
                  <a:txBody>
                    <a:bodyPr/>
                    <a:lstStyle/>
                    <a:p>
                      <a:pPr algn="ctr"/>
                      <a:r>
                        <a:rPr lang="es-ES" sz="1600" dirty="0"/>
                        <a:t>LEASPY</a:t>
                      </a:r>
                    </a:p>
                  </a:txBody>
                  <a:tcPr/>
                </a:tc>
                <a:tc>
                  <a:txBody>
                    <a:bodyPr/>
                    <a:lstStyle/>
                    <a:p>
                      <a:pPr algn="ctr"/>
                      <a:r>
                        <a:rPr lang="es-ES" sz="1600" dirty="0"/>
                        <a:t>RPDPM</a:t>
                      </a:r>
                    </a:p>
                  </a:txBody>
                  <a:tcPr/>
                </a:tc>
                <a:extLst>
                  <a:ext uri="{0D108BD9-81ED-4DB2-BD59-A6C34878D82A}">
                    <a16:rowId xmlns:a16="http://schemas.microsoft.com/office/drawing/2014/main" val="1618262244"/>
                  </a:ext>
                </a:extLst>
              </a:tr>
              <a:tr h="370840">
                <a:tc>
                  <a:txBody>
                    <a:bodyPr/>
                    <a:lstStyle/>
                    <a:p>
                      <a:pPr algn="ctr"/>
                      <a:r>
                        <a:rPr lang="es-ES" sz="1600" b="1" dirty="0"/>
                        <a:t>3</a:t>
                      </a:r>
                    </a:p>
                  </a:txBody>
                  <a:tcPr anchor="ctr"/>
                </a:tc>
                <a:tc>
                  <a:txBody>
                    <a:bodyPr/>
                    <a:lstStyle/>
                    <a:p>
                      <a:pPr algn="ctr"/>
                      <a:r>
                        <a:rPr lang="fr-FR" sz="1600" b="1" dirty="0"/>
                        <a:t>UPDRS_TOTSCORE, TAU, ASYN</a:t>
                      </a:r>
                      <a:endParaRPr lang="es-ES" sz="1600" b="1" dirty="0"/>
                    </a:p>
                  </a:txBody>
                  <a:tcPr anchor="ctr"/>
                </a:tc>
                <a:tc>
                  <a:txBody>
                    <a:bodyPr/>
                    <a:lstStyle/>
                    <a:p>
                      <a:pPr algn="ctr"/>
                      <a:r>
                        <a:rPr lang="es-ES" sz="1600" b="1" dirty="0"/>
                        <a:t>SDMT, JLO, HVLTRDLY</a:t>
                      </a:r>
                    </a:p>
                  </a:txBody>
                  <a:tcPr anchor="ctr"/>
                </a:tc>
                <a:extLst>
                  <a:ext uri="{0D108BD9-81ED-4DB2-BD59-A6C34878D82A}">
                    <a16:rowId xmlns:a16="http://schemas.microsoft.com/office/drawing/2014/main" val="826693358"/>
                  </a:ext>
                </a:extLst>
              </a:tr>
              <a:tr h="370840">
                <a:tc>
                  <a:txBody>
                    <a:bodyPr/>
                    <a:lstStyle/>
                    <a:p>
                      <a:pPr algn="ctr"/>
                      <a:r>
                        <a:rPr lang="es-ES" sz="1600" b="1" dirty="0"/>
                        <a:t>4</a:t>
                      </a:r>
                    </a:p>
                  </a:txBody>
                  <a:tcPr anchor="ctr"/>
                </a:tc>
                <a:tc>
                  <a:txBody>
                    <a:bodyPr/>
                    <a:lstStyle/>
                    <a:p>
                      <a:pPr algn="ctr"/>
                      <a:r>
                        <a:rPr lang="es-ES" sz="1600" b="1" dirty="0"/>
                        <a:t>UPDRS3_SCORE_ON, UPDRS_TOTSCORE_ON, PTAU, ASYN</a:t>
                      </a:r>
                    </a:p>
                  </a:txBody>
                  <a:tcPr anchor="ctr"/>
                </a:tc>
                <a:tc>
                  <a:txBody>
                    <a:bodyPr/>
                    <a:lstStyle/>
                    <a:p>
                      <a:pPr algn="ctr"/>
                      <a:r>
                        <a:rPr lang="es-ES" sz="1600" b="1" dirty="0"/>
                        <a:t>UPSIT, LNS, SDMT, ADL</a:t>
                      </a:r>
                    </a:p>
                  </a:txBody>
                  <a:tcPr anchor="ctr"/>
                </a:tc>
                <a:extLst>
                  <a:ext uri="{0D108BD9-81ED-4DB2-BD59-A6C34878D82A}">
                    <a16:rowId xmlns:a16="http://schemas.microsoft.com/office/drawing/2014/main" val="3511473638"/>
                  </a:ext>
                </a:extLst>
              </a:tr>
              <a:tr h="370840">
                <a:tc>
                  <a:txBody>
                    <a:bodyPr/>
                    <a:lstStyle/>
                    <a:p>
                      <a:pPr algn="ctr"/>
                      <a:r>
                        <a:rPr lang="es-ES" sz="1600" b="1" dirty="0"/>
                        <a:t>5</a:t>
                      </a:r>
                    </a:p>
                  </a:txBody>
                  <a:tcPr anchor="ctr"/>
                </a:tc>
                <a:tc>
                  <a:txBody>
                    <a:bodyPr/>
                    <a:lstStyle/>
                    <a:p>
                      <a:pPr algn="ctr"/>
                      <a:r>
                        <a:rPr lang="es-ES" sz="1600" b="1" dirty="0"/>
                        <a:t>UPDRS3_SCORE_ON</a:t>
                      </a:r>
                      <a:r>
                        <a:rPr lang="en-US" sz="1600" b="1" dirty="0"/>
                        <a:t>, UPDRS2_SCORE, PTAU, MEAN_CAUDATE, MEAN_PUTAMEN</a:t>
                      </a:r>
                      <a:endParaRPr lang="es-ES" sz="1600" b="1" dirty="0"/>
                    </a:p>
                  </a:txBody>
                  <a:tcPr anchor="ctr"/>
                </a:tc>
                <a:tc>
                  <a:txBody>
                    <a:bodyPr/>
                    <a:lstStyle/>
                    <a:p>
                      <a:pPr algn="ctr"/>
                      <a:r>
                        <a:rPr lang="en-US" sz="1600" b="1" dirty="0"/>
                        <a:t>GDS, UPSIT, REM, LNS, ADL</a:t>
                      </a:r>
                      <a:endParaRPr lang="es-ES" sz="1600" b="1" dirty="0"/>
                    </a:p>
                  </a:txBody>
                  <a:tcPr anchor="ctr"/>
                </a:tc>
                <a:extLst>
                  <a:ext uri="{0D108BD9-81ED-4DB2-BD59-A6C34878D82A}">
                    <a16:rowId xmlns:a16="http://schemas.microsoft.com/office/drawing/2014/main" val="176407557"/>
                  </a:ext>
                </a:extLst>
              </a:tr>
            </a:tbl>
          </a:graphicData>
        </a:graphic>
      </p:graphicFrame>
      <p:sp>
        <p:nvSpPr>
          <p:cNvPr id="7" name="CuadroTexto 6">
            <a:extLst>
              <a:ext uri="{FF2B5EF4-FFF2-40B4-BE49-F238E27FC236}">
                <a16:creationId xmlns:a16="http://schemas.microsoft.com/office/drawing/2014/main" id="{2BFA7DFB-6C32-6155-9C88-8D433F681CB1}"/>
              </a:ext>
            </a:extLst>
          </p:cNvPr>
          <p:cNvSpPr txBox="1"/>
          <p:nvPr/>
        </p:nvSpPr>
        <p:spPr>
          <a:xfrm>
            <a:off x="1363706" y="4857768"/>
            <a:ext cx="6416587" cy="430887"/>
          </a:xfrm>
          <a:prstGeom prst="rect">
            <a:avLst/>
          </a:prstGeom>
          <a:noFill/>
        </p:spPr>
        <p:txBody>
          <a:bodyPr wrap="square" rtlCol="0">
            <a:spAutoFit/>
          </a:bodyPr>
          <a:lstStyle/>
          <a:p>
            <a:pPr algn="ctr"/>
            <a:r>
              <a:rPr lang="es-ES" sz="1100" i="1" dirty="0"/>
              <a:t>Fig. 15: Mejores combinaciones de biomarcadores para </a:t>
            </a:r>
            <a:r>
              <a:rPr lang="es-ES" sz="1100" i="1" dirty="0" err="1"/>
              <a:t>Leaspy</a:t>
            </a:r>
            <a:r>
              <a:rPr lang="es-ES" sz="1100" i="1" dirty="0"/>
              <a:t> y RPDPM en función del número de características</a:t>
            </a:r>
          </a:p>
        </p:txBody>
      </p:sp>
    </p:spTree>
    <p:extLst>
      <p:ext uri="{BB962C8B-B14F-4D97-AF65-F5344CB8AC3E}">
        <p14:creationId xmlns:p14="http://schemas.microsoft.com/office/powerpoint/2010/main" val="3344204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vert="horz" lIns="91440" tIns="45720" rIns="91440" bIns="45720" rtlCol="0" anchor="ctr">
            <a:normAutofit/>
          </a:bodyPr>
          <a:lstStyle/>
          <a:p>
            <a:pPr>
              <a:spcAft>
                <a:spcPts val="600"/>
              </a:spcAft>
            </a:pPr>
            <a:fld id="{A59C5ADF-E1AA-1B44-878A-2B73B5F70500}" type="slidenum">
              <a:rPr lang="es-ES" smtClean="0"/>
              <a:pPr>
                <a:spcAft>
                  <a:spcPts val="600"/>
                </a:spcAft>
              </a:pPr>
              <a:t>18</a:t>
            </a:fld>
            <a:endParaRPr lang="es-ES"/>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vert="horz" lIns="91440" tIns="45720" rIns="91440" bIns="45720" rtlCol="0" anchor="ctr">
            <a:normAutofit/>
          </a:bodyPr>
          <a:lstStyle/>
          <a:p>
            <a:pPr algn="ctr"/>
            <a:r>
              <a:rPr lang="es-ES" dirty="0"/>
              <a:t>4. Resultados</a:t>
            </a:r>
          </a:p>
        </p:txBody>
      </p:sp>
      <p:sp>
        <p:nvSpPr>
          <p:cNvPr id="4" name="CuadroTexto 3">
            <a:extLst>
              <a:ext uri="{FF2B5EF4-FFF2-40B4-BE49-F238E27FC236}">
                <a16:creationId xmlns:a16="http://schemas.microsoft.com/office/drawing/2014/main" id="{2B674C39-D7FC-7F83-8941-C98177771FEA}"/>
              </a:ext>
            </a:extLst>
          </p:cNvPr>
          <p:cNvSpPr txBox="1"/>
          <p:nvPr/>
        </p:nvSpPr>
        <p:spPr>
          <a:xfrm>
            <a:off x="447967" y="1293006"/>
            <a:ext cx="7093174" cy="1065184"/>
          </a:xfrm>
          <a:prstGeom prst="rect">
            <a:avLst/>
          </a:prstGeom>
        </p:spPr>
        <p:txBody>
          <a:bodyPr vert="horz" lIns="91440" tIns="45720" rIns="91440" bIns="45720" rtlCol="0">
            <a:normAutofit/>
          </a:bodyPr>
          <a:lstStyle/>
          <a:p>
            <a:pPr defTabSz="685800">
              <a:lnSpc>
                <a:spcPct val="90000"/>
              </a:lnSpc>
              <a:spcBef>
                <a:spcPts val="750"/>
              </a:spcBef>
            </a:pPr>
            <a:r>
              <a:rPr lang="en-US" sz="2400" dirty="0"/>
              <a:t>4.4. </a:t>
            </a:r>
            <a:r>
              <a:rPr lang="en-US" sz="2400" dirty="0" err="1"/>
              <a:t>Mejores</a:t>
            </a:r>
            <a:r>
              <a:rPr lang="en-US" sz="2400" dirty="0"/>
              <a:t> </a:t>
            </a:r>
            <a:r>
              <a:rPr lang="en-US" sz="2400" dirty="0" err="1"/>
              <a:t>combinaciones</a:t>
            </a:r>
            <a:r>
              <a:rPr lang="en-US" sz="2400" dirty="0"/>
              <a:t> con RPDPM</a:t>
            </a:r>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pic>
        <p:nvPicPr>
          <p:cNvPr id="8" name="Imagen 7">
            <a:extLst>
              <a:ext uri="{FF2B5EF4-FFF2-40B4-BE49-F238E27FC236}">
                <a16:creationId xmlns:a16="http://schemas.microsoft.com/office/drawing/2014/main" id="{410AC79E-D753-7BD9-310D-7566C5C6F0A8}"/>
              </a:ext>
            </a:extLst>
          </p:cNvPr>
          <p:cNvPicPr>
            <a:picLocks noChangeAspect="1"/>
          </p:cNvPicPr>
          <p:nvPr/>
        </p:nvPicPr>
        <p:blipFill>
          <a:blip r:embed="rId3"/>
          <a:stretch>
            <a:fillRect/>
          </a:stretch>
        </p:blipFill>
        <p:spPr>
          <a:xfrm>
            <a:off x="447967" y="4042642"/>
            <a:ext cx="8239125" cy="1295400"/>
          </a:xfrm>
          <a:prstGeom prst="rect">
            <a:avLst/>
          </a:prstGeom>
        </p:spPr>
      </p:pic>
      <p:pic>
        <p:nvPicPr>
          <p:cNvPr id="10" name="Imagen 9">
            <a:extLst>
              <a:ext uri="{FF2B5EF4-FFF2-40B4-BE49-F238E27FC236}">
                <a16:creationId xmlns:a16="http://schemas.microsoft.com/office/drawing/2014/main" id="{69F57434-6DE5-16BE-D925-1F08A3FE2C35}"/>
              </a:ext>
            </a:extLst>
          </p:cNvPr>
          <p:cNvPicPr>
            <a:picLocks noChangeAspect="1"/>
          </p:cNvPicPr>
          <p:nvPr/>
        </p:nvPicPr>
        <p:blipFill>
          <a:blip r:embed="rId4"/>
          <a:stretch>
            <a:fillRect/>
          </a:stretch>
        </p:blipFill>
        <p:spPr>
          <a:xfrm>
            <a:off x="414629" y="2247098"/>
            <a:ext cx="8305800" cy="1304925"/>
          </a:xfrm>
          <a:prstGeom prst="rect">
            <a:avLst/>
          </a:prstGeom>
        </p:spPr>
      </p:pic>
      <p:sp>
        <p:nvSpPr>
          <p:cNvPr id="11" name="CuadroTexto 10">
            <a:extLst>
              <a:ext uri="{FF2B5EF4-FFF2-40B4-BE49-F238E27FC236}">
                <a16:creationId xmlns:a16="http://schemas.microsoft.com/office/drawing/2014/main" id="{A6BBADB3-F536-68A4-3B63-9BB8BA33EAE0}"/>
              </a:ext>
            </a:extLst>
          </p:cNvPr>
          <p:cNvSpPr txBox="1"/>
          <p:nvPr/>
        </p:nvSpPr>
        <p:spPr>
          <a:xfrm>
            <a:off x="1504543" y="3551111"/>
            <a:ext cx="6125969" cy="261610"/>
          </a:xfrm>
          <a:prstGeom prst="rect">
            <a:avLst/>
          </a:prstGeom>
          <a:noFill/>
        </p:spPr>
        <p:txBody>
          <a:bodyPr wrap="square" rtlCol="0">
            <a:spAutoFit/>
          </a:bodyPr>
          <a:lstStyle/>
          <a:p>
            <a:pPr algn="ctr"/>
            <a:r>
              <a:rPr lang="es-ES" sz="1100" i="1" dirty="0"/>
              <a:t>Fig. 16: Mejores combinaciones de biomarcadores para vectores de menor dimensión para RPDPM.</a:t>
            </a:r>
          </a:p>
        </p:txBody>
      </p:sp>
      <p:sp>
        <p:nvSpPr>
          <p:cNvPr id="12" name="CuadroTexto 11">
            <a:extLst>
              <a:ext uri="{FF2B5EF4-FFF2-40B4-BE49-F238E27FC236}">
                <a16:creationId xmlns:a16="http://schemas.microsoft.com/office/drawing/2014/main" id="{63226A20-9B07-7F20-F5AA-04893FF7A455}"/>
              </a:ext>
            </a:extLst>
          </p:cNvPr>
          <p:cNvSpPr txBox="1"/>
          <p:nvPr/>
        </p:nvSpPr>
        <p:spPr>
          <a:xfrm>
            <a:off x="1683584" y="5395043"/>
            <a:ext cx="5767889" cy="430887"/>
          </a:xfrm>
          <a:prstGeom prst="rect">
            <a:avLst/>
          </a:prstGeom>
          <a:noFill/>
        </p:spPr>
        <p:txBody>
          <a:bodyPr wrap="square" rtlCol="0">
            <a:spAutoFit/>
          </a:bodyPr>
          <a:lstStyle/>
          <a:p>
            <a:pPr algn="ctr"/>
            <a:r>
              <a:rPr lang="es-ES" sz="1100" i="1" dirty="0"/>
              <a:t>Fig. 17: Mejores combinaciones de biomarcadores para vectores de mayor dimensión para RPDPM.</a:t>
            </a:r>
          </a:p>
        </p:txBody>
      </p:sp>
    </p:spTree>
    <p:extLst>
      <p:ext uri="{BB962C8B-B14F-4D97-AF65-F5344CB8AC3E}">
        <p14:creationId xmlns:p14="http://schemas.microsoft.com/office/powerpoint/2010/main" val="14446436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46C7581-383D-C642-BD1E-EB40099DC8B4}"/>
              </a:ext>
            </a:extLst>
          </p:cNvPr>
          <p:cNvSpPr>
            <a:spLocks noGrp="1"/>
          </p:cNvSpPr>
          <p:nvPr>
            <p:ph type="sldNum" sz="quarter" idx="12"/>
          </p:nvPr>
        </p:nvSpPr>
        <p:spPr/>
        <p:txBody>
          <a:bodyPr vert="horz" lIns="91440" tIns="45720" rIns="91440" bIns="45720" rtlCol="0" anchor="ctr">
            <a:normAutofit/>
          </a:bodyPr>
          <a:lstStyle/>
          <a:p>
            <a:pPr>
              <a:spcAft>
                <a:spcPts val="600"/>
              </a:spcAft>
            </a:pPr>
            <a:fld id="{A59C5ADF-E1AA-1B44-878A-2B73B5F70500}" type="slidenum">
              <a:rPr lang="es-ES" smtClean="0"/>
              <a:pPr>
                <a:spcAft>
                  <a:spcPts val="600"/>
                </a:spcAft>
              </a:pPr>
              <a:t>19</a:t>
            </a:fld>
            <a:endParaRPr lang="es-ES" dirty="0"/>
          </a:p>
        </p:txBody>
      </p:sp>
      <p:sp>
        <p:nvSpPr>
          <p:cNvPr id="5" name="Título 4">
            <a:extLst>
              <a:ext uri="{FF2B5EF4-FFF2-40B4-BE49-F238E27FC236}">
                <a16:creationId xmlns:a16="http://schemas.microsoft.com/office/drawing/2014/main" id="{F4230FA4-0299-4E49-9031-CA1D5A8EA0FC}"/>
              </a:ext>
            </a:extLst>
          </p:cNvPr>
          <p:cNvSpPr>
            <a:spLocks noGrp="1"/>
          </p:cNvSpPr>
          <p:nvPr>
            <p:ph type="title"/>
          </p:nvPr>
        </p:nvSpPr>
        <p:spPr/>
        <p:txBody>
          <a:bodyPr vert="horz" lIns="91440" tIns="45720" rIns="91440" bIns="45720" rtlCol="0" anchor="ctr">
            <a:normAutofit/>
          </a:bodyPr>
          <a:lstStyle/>
          <a:p>
            <a:pPr algn="ctr"/>
            <a:r>
              <a:rPr lang="es-ES" dirty="0"/>
              <a:t>4. Resultados</a:t>
            </a:r>
          </a:p>
        </p:txBody>
      </p:sp>
      <p:sp>
        <p:nvSpPr>
          <p:cNvPr id="4" name="CuadroTexto 3">
            <a:extLst>
              <a:ext uri="{FF2B5EF4-FFF2-40B4-BE49-F238E27FC236}">
                <a16:creationId xmlns:a16="http://schemas.microsoft.com/office/drawing/2014/main" id="{2B674C39-D7FC-7F83-8941-C98177771FEA}"/>
              </a:ext>
            </a:extLst>
          </p:cNvPr>
          <p:cNvSpPr txBox="1"/>
          <p:nvPr/>
        </p:nvSpPr>
        <p:spPr>
          <a:xfrm>
            <a:off x="447967" y="1293006"/>
            <a:ext cx="7093174" cy="1065184"/>
          </a:xfrm>
          <a:prstGeom prst="rect">
            <a:avLst/>
          </a:prstGeom>
        </p:spPr>
        <p:txBody>
          <a:bodyPr vert="horz" lIns="91440" tIns="45720" rIns="91440" bIns="45720" rtlCol="0">
            <a:normAutofit/>
          </a:bodyPr>
          <a:lstStyle/>
          <a:p>
            <a:pPr defTabSz="685800">
              <a:lnSpc>
                <a:spcPct val="90000"/>
              </a:lnSpc>
              <a:spcBef>
                <a:spcPts val="750"/>
              </a:spcBef>
            </a:pPr>
            <a:r>
              <a:rPr lang="en-US" sz="2400" dirty="0"/>
              <a:t>4.5. </a:t>
            </a:r>
            <a:r>
              <a:rPr lang="en-US" sz="2400" dirty="0" err="1"/>
              <a:t>Mejores</a:t>
            </a:r>
            <a:r>
              <a:rPr lang="en-US" sz="2400" dirty="0"/>
              <a:t> </a:t>
            </a:r>
            <a:r>
              <a:rPr lang="en-US" sz="2400" dirty="0" err="1"/>
              <a:t>combinaciones</a:t>
            </a:r>
            <a:r>
              <a:rPr lang="en-US" sz="2400" dirty="0"/>
              <a:t> con </a:t>
            </a:r>
            <a:r>
              <a:rPr lang="en-US" sz="2400" dirty="0" err="1"/>
              <a:t>Leaspy</a:t>
            </a:r>
            <a:endParaRPr lang="en-US" sz="2400" dirty="0"/>
          </a:p>
        </p:txBody>
      </p:sp>
      <p:sp>
        <p:nvSpPr>
          <p:cNvPr id="2" name="CuadroTexto 1">
            <a:extLst>
              <a:ext uri="{FF2B5EF4-FFF2-40B4-BE49-F238E27FC236}">
                <a16:creationId xmlns:a16="http://schemas.microsoft.com/office/drawing/2014/main" id="{DD6B86F5-344B-3644-B7A4-61098FCA4A8A}"/>
              </a:ext>
            </a:extLst>
          </p:cNvPr>
          <p:cNvSpPr txBox="1"/>
          <p:nvPr/>
        </p:nvSpPr>
        <p:spPr>
          <a:xfrm>
            <a:off x="263236" y="6788727"/>
            <a:ext cx="184731" cy="369332"/>
          </a:xfrm>
          <a:prstGeom prst="rect">
            <a:avLst/>
          </a:prstGeom>
          <a:noFill/>
        </p:spPr>
        <p:txBody>
          <a:bodyPr wrap="none" rtlCol="0">
            <a:spAutoFit/>
          </a:bodyPr>
          <a:lstStyle/>
          <a:p>
            <a:endParaRPr lang="es-ES" dirty="0"/>
          </a:p>
        </p:txBody>
      </p:sp>
      <p:pic>
        <p:nvPicPr>
          <p:cNvPr id="7" name="Imagen 6">
            <a:extLst>
              <a:ext uri="{FF2B5EF4-FFF2-40B4-BE49-F238E27FC236}">
                <a16:creationId xmlns:a16="http://schemas.microsoft.com/office/drawing/2014/main" id="{3327B304-8AE5-7C81-C1B4-BE9D961603D3}"/>
              </a:ext>
            </a:extLst>
          </p:cNvPr>
          <p:cNvPicPr>
            <a:picLocks noChangeAspect="1"/>
          </p:cNvPicPr>
          <p:nvPr/>
        </p:nvPicPr>
        <p:blipFill>
          <a:blip r:embed="rId3"/>
          <a:stretch>
            <a:fillRect/>
          </a:stretch>
        </p:blipFill>
        <p:spPr>
          <a:xfrm>
            <a:off x="333083" y="2101766"/>
            <a:ext cx="8362950" cy="1476375"/>
          </a:xfrm>
          <a:prstGeom prst="rect">
            <a:avLst/>
          </a:prstGeom>
        </p:spPr>
      </p:pic>
      <p:pic>
        <p:nvPicPr>
          <p:cNvPr id="9" name="Imagen 8">
            <a:extLst>
              <a:ext uri="{FF2B5EF4-FFF2-40B4-BE49-F238E27FC236}">
                <a16:creationId xmlns:a16="http://schemas.microsoft.com/office/drawing/2014/main" id="{32800A81-5B81-C0E8-B2ED-FB099F1EA52B}"/>
              </a:ext>
            </a:extLst>
          </p:cNvPr>
          <p:cNvPicPr>
            <a:picLocks noChangeAspect="1"/>
          </p:cNvPicPr>
          <p:nvPr/>
        </p:nvPicPr>
        <p:blipFill>
          <a:blip r:embed="rId4"/>
          <a:stretch>
            <a:fillRect/>
          </a:stretch>
        </p:blipFill>
        <p:spPr>
          <a:xfrm>
            <a:off x="414337" y="3988768"/>
            <a:ext cx="8315325" cy="1362075"/>
          </a:xfrm>
          <a:prstGeom prst="rect">
            <a:avLst/>
          </a:prstGeom>
        </p:spPr>
      </p:pic>
      <p:sp>
        <p:nvSpPr>
          <p:cNvPr id="10" name="CuadroTexto 9">
            <a:extLst>
              <a:ext uri="{FF2B5EF4-FFF2-40B4-BE49-F238E27FC236}">
                <a16:creationId xmlns:a16="http://schemas.microsoft.com/office/drawing/2014/main" id="{58C25990-60EF-B54D-40DB-97A396EC989A}"/>
              </a:ext>
            </a:extLst>
          </p:cNvPr>
          <p:cNvSpPr txBox="1"/>
          <p:nvPr/>
        </p:nvSpPr>
        <p:spPr>
          <a:xfrm>
            <a:off x="1504543" y="3551111"/>
            <a:ext cx="6125969" cy="261610"/>
          </a:xfrm>
          <a:prstGeom prst="rect">
            <a:avLst/>
          </a:prstGeom>
          <a:noFill/>
        </p:spPr>
        <p:txBody>
          <a:bodyPr wrap="square" rtlCol="0">
            <a:spAutoFit/>
          </a:bodyPr>
          <a:lstStyle/>
          <a:p>
            <a:pPr algn="ctr"/>
            <a:r>
              <a:rPr lang="es-ES" sz="1100" i="1" dirty="0"/>
              <a:t>Fig. 18: Mejores combinaciones de biomarcadores para vectores de menor dimensión para </a:t>
            </a:r>
            <a:r>
              <a:rPr lang="es-ES" sz="1100" i="1" dirty="0" err="1"/>
              <a:t>Leaspy</a:t>
            </a:r>
            <a:r>
              <a:rPr lang="es-ES" sz="1100" i="1" dirty="0"/>
              <a:t>.</a:t>
            </a:r>
          </a:p>
        </p:txBody>
      </p:sp>
      <p:sp>
        <p:nvSpPr>
          <p:cNvPr id="11" name="CuadroTexto 10">
            <a:extLst>
              <a:ext uri="{FF2B5EF4-FFF2-40B4-BE49-F238E27FC236}">
                <a16:creationId xmlns:a16="http://schemas.microsoft.com/office/drawing/2014/main" id="{DA1721D3-43C0-F845-0C2D-28B645F05BCA}"/>
              </a:ext>
            </a:extLst>
          </p:cNvPr>
          <p:cNvSpPr txBox="1"/>
          <p:nvPr/>
        </p:nvSpPr>
        <p:spPr>
          <a:xfrm>
            <a:off x="1683584" y="5395043"/>
            <a:ext cx="5767889" cy="430887"/>
          </a:xfrm>
          <a:prstGeom prst="rect">
            <a:avLst/>
          </a:prstGeom>
          <a:noFill/>
        </p:spPr>
        <p:txBody>
          <a:bodyPr wrap="square" rtlCol="0">
            <a:spAutoFit/>
          </a:bodyPr>
          <a:lstStyle/>
          <a:p>
            <a:pPr algn="ctr"/>
            <a:r>
              <a:rPr lang="es-ES" sz="1100" i="1" dirty="0"/>
              <a:t>Fig. 19: Mejores combinaciones de biomarcadores para vectores de mayor dimensión para </a:t>
            </a:r>
            <a:r>
              <a:rPr lang="es-ES" sz="1100" i="1" dirty="0" err="1"/>
              <a:t>Leaspy</a:t>
            </a:r>
            <a:r>
              <a:rPr lang="es-ES" sz="1100" i="1" dirty="0"/>
              <a:t>.</a:t>
            </a:r>
          </a:p>
        </p:txBody>
      </p:sp>
    </p:spTree>
    <p:extLst>
      <p:ext uri="{BB962C8B-B14F-4D97-AF65-F5344CB8AC3E}">
        <p14:creationId xmlns:p14="http://schemas.microsoft.com/office/powerpoint/2010/main" val="1842336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F0EA1-0735-3F1B-EE60-503E347C0A67}"/>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0206A178-E6C2-7447-54A9-FD9873AFB5C8}"/>
              </a:ext>
            </a:extLst>
          </p:cNvPr>
          <p:cNvSpPr>
            <a:spLocks noGrp="1"/>
          </p:cNvSpPr>
          <p:nvPr>
            <p:ph type="sldNum" sz="quarter" idx="12"/>
          </p:nvPr>
        </p:nvSpPr>
        <p:spPr/>
        <p:txBody>
          <a:bodyPr vert="horz" lIns="91440" tIns="45720" rIns="91440" bIns="45720" rtlCol="0" anchor="ctr">
            <a:normAutofit/>
          </a:bodyPr>
          <a:lstStyle/>
          <a:p>
            <a:pPr>
              <a:spcAft>
                <a:spcPts val="600"/>
              </a:spcAft>
            </a:pPr>
            <a:fld id="{A59C5ADF-E1AA-1B44-878A-2B73B5F70500}" type="slidenum">
              <a:rPr lang="es-ES" smtClean="0"/>
              <a:pPr>
                <a:spcAft>
                  <a:spcPts val="600"/>
                </a:spcAft>
              </a:pPr>
              <a:t>20</a:t>
            </a:fld>
            <a:endParaRPr lang="es-ES"/>
          </a:p>
        </p:txBody>
      </p:sp>
      <p:sp>
        <p:nvSpPr>
          <p:cNvPr id="5" name="Título 4">
            <a:extLst>
              <a:ext uri="{FF2B5EF4-FFF2-40B4-BE49-F238E27FC236}">
                <a16:creationId xmlns:a16="http://schemas.microsoft.com/office/drawing/2014/main" id="{399396A9-789B-7D10-94A4-ADF5FA9788BC}"/>
              </a:ext>
            </a:extLst>
          </p:cNvPr>
          <p:cNvSpPr>
            <a:spLocks noGrp="1"/>
          </p:cNvSpPr>
          <p:nvPr>
            <p:ph type="title"/>
          </p:nvPr>
        </p:nvSpPr>
        <p:spPr/>
        <p:txBody>
          <a:bodyPr vert="horz" lIns="91440" tIns="45720" rIns="91440" bIns="45720" rtlCol="0" anchor="ctr">
            <a:normAutofit/>
          </a:bodyPr>
          <a:lstStyle/>
          <a:p>
            <a:pPr algn="ctr"/>
            <a:r>
              <a:rPr lang="es-ES" dirty="0"/>
              <a:t>5. Conclusiones</a:t>
            </a:r>
          </a:p>
        </p:txBody>
      </p:sp>
      <p:sp>
        <p:nvSpPr>
          <p:cNvPr id="2" name="CuadroTexto 1">
            <a:extLst>
              <a:ext uri="{FF2B5EF4-FFF2-40B4-BE49-F238E27FC236}">
                <a16:creationId xmlns:a16="http://schemas.microsoft.com/office/drawing/2014/main" id="{B8E97EAC-3C4A-417A-9C90-02B2A53B05E7}"/>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6" name="CuadroTexto 5">
            <a:extLst>
              <a:ext uri="{FF2B5EF4-FFF2-40B4-BE49-F238E27FC236}">
                <a16:creationId xmlns:a16="http://schemas.microsoft.com/office/drawing/2014/main" id="{2B7DB021-47D9-6027-C8A0-889BBC869861}"/>
              </a:ext>
            </a:extLst>
          </p:cNvPr>
          <p:cNvSpPr txBox="1"/>
          <p:nvPr/>
        </p:nvSpPr>
        <p:spPr>
          <a:xfrm>
            <a:off x="487386" y="1430543"/>
            <a:ext cx="8232896" cy="4801314"/>
          </a:xfrm>
          <a:prstGeom prst="rect">
            <a:avLst/>
          </a:prstGeom>
          <a:noFill/>
        </p:spPr>
        <p:txBody>
          <a:bodyPr wrap="square" rtlCol="0">
            <a:spAutoFit/>
          </a:bodyPr>
          <a:lstStyle/>
          <a:p>
            <a:pPr marL="285750" indent="-285750">
              <a:buFont typeface="Courier New" panose="02070309020205020404" pitchFamily="49" charset="0"/>
              <a:buChar char="o"/>
            </a:pPr>
            <a:r>
              <a:rPr lang="es-ES" u="sng" dirty="0"/>
              <a:t>PREDICCIÓN DEL DETERIORO COGNITIVO EN EL PARKINSON</a:t>
            </a:r>
          </a:p>
          <a:p>
            <a:endParaRPr lang="es-ES" u="sng" dirty="0"/>
          </a:p>
          <a:p>
            <a:pPr marL="1200150" lvl="2" indent="-285750">
              <a:buFont typeface="Courier New" panose="02070309020205020404" pitchFamily="49" charset="0"/>
              <a:buChar char="o"/>
            </a:pPr>
            <a:r>
              <a:rPr lang="es-ES" dirty="0"/>
              <a:t>LEASPY                      </a:t>
            </a:r>
            <a:r>
              <a:rPr lang="es-ES" b="1" dirty="0">
                <a:effectLst/>
              </a:rPr>
              <a:t>Buena concordancia</a:t>
            </a:r>
            <a:r>
              <a:rPr lang="es-ES" dirty="0">
                <a:effectLst/>
              </a:rPr>
              <a:t> entre predicción y                                                  				       observaciones individuales.</a:t>
            </a:r>
          </a:p>
          <a:p>
            <a:pPr lvl="1"/>
            <a:r>
              <a:rPr lang="es-ES" dirty="0"/>
              <a:t>				                </a:t>
            </a:r>
            <a:r>
              <a:rPr lang="es-ES" b="1" dirty="0">
                <a:effectLst/>
              </a:rPr>
              <a:t>Alta variabilidad </a:t>
            </a:r>
            <a:r>
              <a:rPr lang="es-ES" dirty="0">
                <a:effectLst/>
              </a:rPr>
              <a:t>en </a:t>
            </a:r>
            <a:r>
              <a:rPr lang="es-ES" dirty="0" err="1">
                <a:effectLst/>
              </a:rPr>
              <a:t>en</a:t>
            </a:r>
            <a:r>
              <a:rPr lang="es-ES" dirty="0">
                <a:effectLst/>
              </a:rPr>
              <a:t> detección de MCI.</a:t>
            </a:r>
          </a:p>
          <a:p>
            <a:pPr lvl="1"/>
            <a:endParaRPr lang="es-ES" dirty="0"/>
          </a:p>
          <a:p>
            <a:pPr lvl="1"/>
            <a:endParaRPr lang="es-ES" dirty="0"/>
          </a:p>
          <a:p>
            <a:pPr marL="1200150" lvl="2" indent="-285750">
              <a:buFont typeface="Courier New" panose="02070309020205020404" pitchFamily="49" charset="0"/>
              <a:buChar char="o"/>
            </a:pPr>
            <a:r>
              <a:rPr lang="es-ES" dirty="0"/>
              <a:t>LEASPY vs. RPDPM                       </a:t>
            </a:r>
            <a:r>
              <a:rPr lang="es-ES" b="1" dirty="0" err="1">
                <a:effectLst/>
              </a:rPr>
              <a:t>Leaspy</a:t>
            </a:r>
            <a:r>
              <a:rPr lang="es-ES" dirty="0">
                <a:effectLst/>
              </a:rPr>
              <a:t> mejor para detección de    								   sujetos CN.</a:t>
            </a:r>
          </a:p>
          <a:p>
            <a:pPr lvl="1"/>
            <a:r>
              <a:rPr lang="es-ES" dirty="0"/>
              <a:t>							           </a:t>
            </a:r>
            <a:r>
              <a:rPr lang="es-ES" b="1" dirty="0">
                <a:effectLst/>
              </a:rPr>
              <a:t>RPDPM</a:t>
            </a:r>
            <a:r>
              <a:rPr lang="es-ES" dirty="0">
                <a:effectLst/>
              </a:rPr>
              <a:t> más preciso en general</a:t>
            </a:r>
            <a:r>
              <a:rPr lang="es-ES" b="1" dirty="0">
                <a:effectLst/>
              </a:rPr>
              <a:t>. </a:t>
            </a:r>
          </a:p>
          <a:p>
            <a:pPr lvl="1"/>
            <a:r>
              <a:rPr lang="es-ES" b="1" dirty="0">
                <a:effectLst/>
              </a:rPr>
              <a:t>								  Ideal para aplicaciones clínicas.</a:t>
            </a:r>
          </a:p>
          <a:p>
            <a:pPr lvl="1"/>
            <a:endParaRPr lang="es-ES" dirty="0"/>
          </a:p>
          <a:p>
            <a:pPr marL="285750" indent="-285750">
              <a:buFont typeface="Courier New" panose="02070309020205020404" pitchFamily="49" charset="0"/>
              <a:buChar char="o"/>
            </a:pPr>
            <a:r>
              <a:rPr lang="es-ES" u="sng" dirty="0"/>
              <a:t>BIOMARCADORES CLAVE</a:t>
            </a:r>
          </a:p>
          <a:p>
            <a:pPr marL="742950" lvl="1" indent="-285750">
              <a:buFont typeface="Courier New" panose="02070309020205020404" pitchFamily="49" charset="0"/>
              <a:buChar char="o"/>
            </a:pPr>
            <a:endParaRPr lang="es-ES" dirty="0"/>
          </a:p>
          <a:p>
            <a:r>
              <a:rPr lang="es-ES" dirty="0">
                <a:effectLst/>
              </a:rPr>
              <a:t>                                                   SDMT                    M</a:t>
            </a:r>
            <a:r>
              <a:rPr lang="es-ES" dirty="0"/>
              <a:t>EANCAU</a:t>
            </a:r>
          </a:p>
          <a:p>
            <a:endParaRPr lang="es-ES" dirty="0">
              <a:effectLst/>
            </a:endParaRPr>
          </a:p>
          <a:p>
            <a:endParaRPr lang="es-ES" dirty="0"/>
          </a:p>
        </p:txBody>
      </p:sp>
      <p:cxnSp>
        <p:nvCxnSpPr>
          <p:cNvPr id="8" name="Conector recto de flecha 7">
            <a:extLst>
              <a:ext uri="{FF2B5EF4-FFF2-40B4-BE49-F238E27FC236}">
                <a16:creationId xmlns:a16="http://schemas.microsoft.com/office/drawing/2014/main" id="{0CF207C1-194E-6933-8D0A-5FA6F15D0D00}"/>
              </a:ext>
            </a:extLst>
          </p:cNvPr>
          <p:cNvCxnSpPr/>
          <p:nvPr/>
        </p:nvCxnSpPr>
        <p:spPr>
          <a:xfrm>
            <a:off x="2701634" y="2173186"/>
            <a:ext cx="819397" cy="0"/>
          </a:xfrm>
          <a:prstGeom prst="straightConnector1">
            <a:avLst/>
          </a:prstGeom>
          <a:ln w="3810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24E27329-F452-9E8B-EA53-526FA99D10DE}"/>
              </a:ext>
            </a:extLst>
          </p:cNvPr>
          <p:cNvCxnSpPr/>
          <p:nvPr/>
        </p:nvCxnSpPr>
        <p:spPr>
          <a:xfrm>
            <a:off x="2701634" y="2705597"/>
            <a:ext cx="819397" cy="0"/>
          </a:xfrm>
          <a:prstGeom prst="straightConnector1">
            <a:avLst/>
          </a:prstGeom>
          <a:ln w="3810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E86F7316-02F3-E1DF-0253-D5448268D31B}"/>
              </a:ext>
            </a:extLst>
          </p:cNvPr>
          <p:cNvCxnSpPr/>
          <p:nvPr/>
        </p:nvCxnSpPr>
        <p:spPr>
          <a:xfrm>
            <a:off x="3811978" y="3538849"/>
            <a:ext cx="819397" cy="0"/>
          </a:xfrm>
          <a:prstGeom prst="straightConnector1">
            <a:avLst/>
          </a:prstGeom>
          <a:ln w="3810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 name="Rectángulo 14">
            <a:extLst>
              <a:ext uri="{FF2B5EF4-FFF2-40B4-BE49-F238E27FC236}">
                <a16:creationId xmlns:a16="http://schemas.microsoft.com/office/drawing/2014/main" id="{8D13139C-7D1B-0238-078C-567D107F1648}"/>
              </a:ext>
            </a:extLst>
          </p:cNvPr>
          <p:cNvSpPr/>
          <p:nvPr/>
        </p:nvSpPr>
        <p:spPr>
          <a:xfrm>
            <a:off x="2945079" y="5220527"/>
            <a:ext cx="1056904" cy="486882"/>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3" name="Conector recto de flecha 12">
            <a:extLst>
              <a:ext uri="{FF2B5EF4-FFF2-40B4-BE49-F238E27FC236}">
                <a16:creationId xmlns:a16="http://schemas.microsoft.com/office/drawing/2014/main" id="{F393E6B6-2EEF-64D8-EBF8-5FED61F2E947}"/>
              </a:ext>
            </a:extLst>
          </p:cNvPr>
          <p:cNvCxnSpPr/>
          <p:nvPr/>
        </p:nvCxnSpPr>
        <p:spPr>
          <a:xfrm>
            <a:off x="3829790" y="4083135"/>
            <a:ext cx="819397" cy="0"/>
          </a:xfrm>
          <a:prstGeom prst="straightConnector1">
            <a:avLst/>
          </a:prstGeom>
          <a:ln w="3810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 name="Rectángulo 15">
            <a:extLst>
              <a:ext uri="{FF2B5EF4-FFF2-40B4-BE49-F238E27FC236}">
                <a16:creationId xmlns:a16="http://schemas.microsoft.com/office/drawing/2014/main" id="{2A196B9A-35BA-A945-686C-FD74FAF5594C}"/>
              </a:ext>
            </a:extLst>
          </p:cNvPr>
          <p:cNvSpPr/>
          <p:nvPr/>
        </p:nvSpPr>
        <p:spPr>
          <a:xfrm>
            <a:off x="4663209" y="5220527"/>
            <a:ext cx="1286327" cy="486882"/>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4878851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F0EA1-0735-3F1B-EE60-503E347C0A67}"/>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0206A178-E6C2-7447-54A9-FD9873AFB5C8}"/>
              </a:ext>
            </a:extLst>
          </p:cNvPr>
          <p:cNvSpPr>
            <a:spLocks noGrp="1"/>
          </p:cNvSpPr>
          <p:nvPr>
            <p:ph type="sldNum" sz="quarter" idx="12"/>
          </p:nvPr>
        </p:nvSpPr>
        <p:spPr/>
        <p:txBody>
          <a:bodyPr vert="horz" lIns="91440" tIns="45720" rIns="91440" bIns="45720" rtlCol="0" anchor="ctr">
            <a:normAutofit/>
          </a:bodyPr>
          <a:lstStyle/>
          <a:p>
            <a:pPr>
              <a:spcAft>
                <a:spcPts val="600"/>
              </a:spcAft>
            </a:pPr>
            <a:fld id="{A59C5ADF-E1AA-1B44-878A-2B73B5F70500}" type="slidenum">
              <a:rPr lang="es-ES" smtClean="0"/>
              <a:pPr>
                <a:spcAft>
                  <a:spcPts val="600"/>
                </a:spcAft>
              </a:pPr>
              <a:t>21</a:t>
            </a:fld>
            <a:endParaRPr lang="es-ES"/>
          </a:p>
        </p:txBody>
      </p:sp>
      <p:sp>
        <p:nvSpPr>
          <p:cNvPr id="5" name="Título 4">
            <a:extLst>
              <a:ext uri="{FF2B5EF4-FFF2-40B4-BE49-F238E27FC236}">
                <a16:creationId xmlns:a16="http://schemas.microsoft.com/office/drawing/2014/main" id="{399396A9-789B-7D10-94A4-ADF5FA9788BC}"/>
              </a:ext>
            </a:extLst>
          </p:cNvPr>
          <p:cNvSpPr>
            <a:spLocks noGrp="1"/>
          </p:cNvSpPr>
          <p:nvPr>
            <p:ph type="title"/>
          </p:nvPr>
        </p:nvSpPr>
        <p:spPr/>
        <p:txBody>
          <a:bodyPr vert="horz" lIns="91440" tIns="45720" rIns="91440" bIns="45720" rtlCol="0" anchor="ctr">
            <a:normAutofit/>
          </a:bodyPr>
          <a:lstStyle/>
          <a:p>
            <a:pPr algn="ctr"/>
            <a:r>
              <a:rPr lang="es-ES" dirty="0"/>
              <a:t>6. Siguientes pasos</a:t>
            </a:r>
          </a:p>
        </p:txBody>
      </p:sp>
      <p:sp>
        <p:nvSpPr>
          <p:cNvPr id="2" name="CuadroTexto 1">
            <a:extLst>
              <a:ext uri="{FF2B5EF4-FFF2-40B4-BE49-F238E27FC236}">
                <a16:creationId xmlns:a16="http://schemas.microsoft.com/office/drawing/2014/main" id="{B8E97EAC-3C4A-417A-9C90-02B2A53B05E7}"/>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1C1D729A-9C31-1249-9B41-320DAA32EF13}"/>
              </a:ext>
            </a:extLst>
          </p:cNvPr>
          <p:cNvSpPr txBox="1"/>
          <p:nvPr/>
        </p:nvSpPr>
        <p:spPr>
          <a:xfrm>
            <a:off x="447968" y="1738236"/>
            <a:ext cx="4396748" cy="3323987"/>
          </a:xfrm>
          <a:prstGeom prst="rect">
            <a:avLst/>
          </a:prstGeom>
          <a:noFill/>
        </p:spPr>
        <p:txBody>
          <a:bodyPr wrap="square" rtlCol="0">
            <a:spAutoFit/>
          </a:bodyPr>
          <a:lstStyle/>
          <a:p>
            <a:pPr marL="457200" indent="-457200">
              <a:buFont typeface="+mj-lt"/>
              <a:buAutoNum type="arabicPeriod"/>
            </a:pPr>
            <a:r>
              <a:rPr lang="es-ES" sz="2400" dirty="0"/>
              <a:t>Ampliar la </a:t>
            </a:r>
            <a:r>
              <a:rPr lang="es-ES" sz="2400" b="1" dirty="0"/>
              <a:t>investigación:</a:t>
            </a:r>
          </a:p>
          <a:p>
            <a:pPr marL="457200" indent="-457200">
              <a:buFont typeface="+mj-lt"/>
              <a:buAutoNum type="arabicPeriod"/>
            </a:pPr>
            <a:endParaRPr lang="es-ES" sz="2400" b="1" dirty="0"/>
          </a:p>
          <a:p>
            <a:pPr marL="457200" indent="-457200">
              <a:buFont typeface="+mj-lt"/>
              <a:buAutoNum type="arabicPeriod"/>
            </a:pPr>
            <a:endParaRPr lang="es-ES" sz="2400" b="1" dirty="0"/>
          </a:p>
          <a:p>
            <a:pPr marL="457200" indent="-457200">
              <a:buFont typeface="+mj-lt"/>
              <a:buAutoNum type="arabicPeriod"/>
            </a:pPr>
            <a:endParaRPr lang="es-ES" sz="2400" b="1" dirty="0"/>
          </a:p>
          <a:p>
            <a:pPr marL="457200" indent="-457200">
              <a:buFont typeface="+mj-lt"/>
              <a:buAutoNum type="arabicPeriod"/>
            </a:pPr>
            <a:r>
              <a:rPr lang="es-ES" sz="2400" dirty="0"/>
              <a:t>Aplicación en el </a:t>
            </a:r>
            <a:r>
              <a:rPr lang="es-ES" sz="2400" b="1" dirty="0"/>
              <a:t>ámbito clínico.</a:t>
            </a:r>
          </a:p>
          <a:p>
            <a:pPr marL="457200" indent="-457200">
              <a:buFont typeface="+mj-lt"/>
              <a:buAutoNum type="arabicPeriod"/>
            </a:pPr>
            <a:endParaRPr lang="es-ES" sz="2400" b="1" dirty="0"/>
          </a:p>
          <a:p>
            <a:pPr marL="457200" indent="-457200">
              <a:buFont typeface="+mj-lt"/>
              <a:buAutoNum type="arabicPeriod"/>
            </a:pPr>
            <a:r>
              <a:rPr lang="es-ES" sz="2400" dirty="0"/>
              <a:t>Desarrollo de </a:t>
            </a:r>
            <a:r>
              <a:rPr lang="es-ES" sz="2400" b="1" dirty="0"/>
              <a:t>aplicaciones</a:t>
            </a:r>
          </a:p>
          <a:p>
            <a:pPr marL="342900" indent="-342900">
              <a:buFont typeface="+mj-lt"/>
              <a:buAutoNum type="arabicPeriod"/>
            </a:pPr>
            <a:endParaRPr lang="es-ES" dirty="0"/>
          </a:p>
        </p:txBody>
      </p:sp>
      <p:sp>
        <p:nvSpPr>
          <p:cNvPr id="6" name="CuadroTexto 5">
            <a:extLst>
              <a:ext uri="{FF2B5EF4-FFF2-40B4-BE49-F238E27FC236}">
                <a16:creationId xmlns:a16="http://schemas.microsoft.com/office/drawing/2014/main" id="{AD13EDF0-F85C-7BA9-0613-3A78AC74A564}"/>
              </a:ext>
            </a:extLst>
          </p:cNvPr>
          <p:cNvSpPr txBox="1"/>
          <p:nvPr/>
        </p:nvSpPr>
        <p:spPr>
          <a:xfrm>
            <a:off x="4411327" y="1386767"/>
            <a:ext cx="3818196" cy="1708160"/>
          </a:xfrm>
          <a:prstGeom prst="rect">
            <a:avLst/>
          </a:prstGeom>
          <a:noFill/>
        </p:spPr>
        <p:txBody>
          <a:bodyPr wrap="square" rtlCol="0">
            <a:spAutoFit/>
          </a:bodyPr>
          <a:lstStyle/>
          <a:p>
            <a:pPr marL="914400" lvl="1" indent="-457200">
              <a:buFont typeface="+mj-lt"/>
              <a:buAutoNum type="arabicPeriod"/>
            </a:pPr>
            <a:r>
              <a:rPr lang="es-ES" sz="2100" dirty="0"/>
              <a:t>Nuevas combinaciones.</a:t>
            </a:r>
          </a:p>
          <a:p>
            <a:pPr marL="914400" lvl="1" indent="-457200">
              <a:buFont typeface="+mj-lt"/>
              <a:buAutoNum type="arabicPeriod"/>
            </a:pPr>
            <a:r>
              <a:rPr lang="es-ES" sz="2100" dirty="0"/>
              <a:t>Comparar otros modelos.</a:t>
            </a:r>
          </a:p>
          <a:p>
            <a:pPr marL="914400" lvl="1" indent="-457200">
              <a:buFont typeface="+mj-lt"/>
              <a:buAutoNum type="arabicPeriod"/>
            </a:pPr>
            <a:r>
              <a:rPr lang="es-ES" sz="2100" dirty="0"/>
              <a:t>Externalizar.</a:t>
            </a:r>
          </a:p>
          <a:p>
            <a:pPr marL="914400" lvl="1" indent="-457200">
              <a:buFont typeface="+mj-lt"/>
              <a:buAutoNum type="arabicPeriod"/>
            </a:pPr>
            <a:r>
              <a:rPr lang="es-ES" sz="2100" dirty="0"/>
              <a:t>Detección temprana.</a:t>
            </a:r>
          </a:p>
        </p:txBody>
      </p:sp>
      <p:sp>
        <p:nvSpPr>
          <p:cNvPr id="7" name="Abrir llave 6">
            <a:extLst>
              <a:ext uri="{FF2B5EF4-FFF2-40B4-BE49-F238E27FC236}">
                <a16:creationId xmlns:a16="http://schemas.microsoft.com/office/drawing/2014/main" id="{3A5D744F-DBD4-6F26-C021-330DF171DF05}"/>
              </a:ext>
            </a:extLst>
          </p:cNvPr>
          <p:cNvSpPr/>
          <p:nvPr/>
        </p:nvSpPr>
        <p:spPr>
          <a:xfrm>
            <a:off x="4411327" y="1417394"/>
            <a:ext cx="433389" cy="1708160"/>
          </a:xfrm>
          <a:prstGeom prst="leftBrace">
            <a:avLst>
              <a:gd name="adj1" fmla="val 8333"/>
              <a:gd name="adj2" fmla="val 33095"/>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Tree>
    <p:extLst>
      <p:ext uri="{BB962C8B-B14F-4D97-AF65-F5344CB8AC3E}">
        <p14:creationId xmlns:p14="http://schemas.microsoft.com/office/powerpoint/2010/main" val="40695680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F0EA1-0735-3F1B-EE60-503E347C0A67}"/>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0206A178-E6C2-7447-54A9-FD9873AFB5C8}"/>
              </a:ext>
            </a:extLst>
          </p:cNvPr>
          <p:cNvSpPr>
            <a:spLocks noGrp="1"/>
          </p:cNvSpPr>
          <p:nvPr>
            <p:ph type="sldNum" sz="quarter" idx="12"/>
          </p:nvPr>
        </p:nvSpPr>
        <p:spPr/>
        <p:txBody>
          <a:bodyPr vert="horz" lIns="91440" tIns="45720" rIns="91440" bIns="45720" rtlCol="0" anchor="ctr">
            <a:normAutofit/>
          </a:bodyPr>
          <a:lstStyle/>
          <a:p>
            <a:pPr>
              <a:spcAft>
                <a:spcPts val="600"/>
              </a:spcAft>
            </a:pPr>
            <a:fld id="{A59C5ADF-E1AA-1B44-878A-2B73B5F70500}" type="slidenum">
              <a:rPr lang="es-ES" smtClean="0"/>
              <a:pPr>
                <a:spcAft>
                  <a:spcPts val="600"/>
                </a:spcAft>
              </a:pPr>
              <a:t>22</a:t>
            </a:fld>
            <a:endParaRPr lang="es-ES"/>
          </a:p>
        </p:txBody>
      </p:sp>
      <p:sp>
        <p:nvSpPr>
          <p:cNvPr id="5" name="Título 4">
            <a:extLst>
              <a:ext uri="{FF2B5EF4-FFF2-40B4-BE49-F238E27FC236}">
                <a16:creationId xmlns:a16="http://schemas.microsoft.com/office/drawing/2014/main" id="{399396A9-789B-7D10-94A4-ADF5FA9788BC}"/>
              </a:ext>
            </a:extLst>
          </p:cNvPr>
          <p:cNvSpPr>
            <a:spLocks noGrp="1"/>
          </p:cNvSpPr>
          <p:nvPr>
            <p:ph type="title"/>
          </p:nvPr>
        </p:nvSpPr>
        <p:spPr/>
        <p:txBody>
          <a:bodyPr vert="horz" lIns="91440" tIns="45720" rIns="91440" bIns="45720" rtlCol="0" anchor="ctr">
            <a:normAutofit/>
          </a:bodyPr>
          <a:lstStyle/>
          <a:p>
            <a:pPr algn="ctr"/>
            <a:r>
              <a:rPr lang="es-ES" dirty="0"/>
              <a:t>FIN</a:t>
            </a:r>
          </a:p>
        </p:txBody>
      </p:sp>
      <p:sp>
        <p:nvSpPr>
          <p:cNvPr id="2" name="CuadroTexto 1">
            <a:extLst>
              <a:ext uri="{FF2B5EF4-FFF2-40B4-BE49-F238E27FC236}">
                <a16:creationId xmlns:a16="http://schemas.microsoft.com/office/drawing/2014/main" id="{B8E97EAC-3C4A-417A-9C90-02B2A53B05E7}"/>
              </a:ext>
            </a:extLst>
          </p:cNvPr>
          <p:cNvSpPr txBox="1"/>
          <p:nvPr/>
        </p:nvSpPr>
        <p:spPr>
          <a:xfrm>
            <a:off x="263236" y="6788727"/>
            <a:ext cx="184731" cy="369332"/>
          </a:xfrm>
          <a:prstGeom prst="rect">
            <a:avLst/>
          </a:prstGeom>
          <a:noFill/>
        </p:spPr>
        <p:txBody>
          <a:bodyPr wrap="none" rtlCol="0">
            <a:spAutoFit/>
          </a:bodyPr>
          <a:lstStyle/>
          <a:p>
            <a:endParaRPr lang="es-ES" dirty="0"/>
          </a:p>
        </p:txBody>
      </p:sp>
      <p:sp>
        <p:nvSpPr>
          <p:cNvPr id="4" name="CuadroTexto 3">
            <a:extLst>
              <a:ext uri="{FF2B5EF4-FFF2-40B4-BE49-F238E27FC236}">
                <a16:creationId xmlns:a16="http://schemas.microsoft.com/office/drawing/2014/main" id="{C92C0B6D-401C-984F-FF48-562D0E06B46D}"/>
              </a:ext>
            </a:extLst>
          </p:cNvPr>
          <p:cNvSpPr txBox="1"/>
          <p:nvPr/>
        </p:nvSpPr>
        <p:spPr>
          <a:xfrm>
            <a:off x="2816779" y="2978267"/>
            <a:ext cx="8385464" cy="901465"/>
          </a:xfrm>
          <a:prstGeom prst="rect">
            <a:avLst/>
          </a:prstGeom>
          <a:noFill/>
        </p:spPr>
        <p:txBody>
          <a:bodyPr wrap="square" rtlCol="0">
            <a:spAutoFit/>
          </a:bodyPr>
          <a:lstStyle/>
          <a:p>
            <a:pPr>
              <a:lnSpc>
                <a:spcPct val="150000"/>
              </a:lnSpc>
            </a:pPr>
            <a:r>
              <a:rPr lang="es-ES" sz="4000" dirty="0"/>
              <a:t>Muchas gracias</a:t>
            </a:r>
          </a:p>
        </p:txBody>
      </p:sp>
    </p:spTree>
    <p:extLst>
      <p:ext uri="{BB962C8B-B14F-4D97-AF65-F5344CB8AC3E}">
        <p14:creationId xmlns:p14="http://schemas.microsoft.com/office/powerpoint/2010/main" val="22529112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809A10CE-3967-614F-A34A-DECDD970D7D5}"/>
              </a:ext>
            </a:extLst>
          </p:cNvPr>
          <p:cNvSpPr>
            <a:spLocks noGrp="1"/>
          </p:cNvSpPr>
          <p:nvPr>
            <p:ph type="subTitle" idx="1"/>
          </p:nvPr>
        </p:nvSpPr>
        <p:spPr>
          <a:xfrm>
            <a:off x="1014262" y="2056367"/>
            <a:ext cx="7115476" cy="1987065"/>
          </a:xfrm>
        </p:spPr>
        <p:txBody>
          <a:bodyPr>
            <a:noAutofit/>
          </a:bodyPr>
          <a:lstStyle/>
          <a:p>
            <a:pPr>
              <a:lnSpc>
                <a:spcPct val="100000"/>
              </a:lnSpc>
            </a:pPr>
            <a:r>
              <a:rPr lang="es-ES" sz="3000" dirty="0"/>
              <a:t>DESARROLLO DE MODELOS DE LA PROGRESIÓN DEL DECLIVE COGNITIVO EN PACIENTES CON LA ENFERMEDAD DEL PARKINSON MEDIANTE LEASPY</a:t>
            </a:r>
          </a:p>
        </p:txBody>
      </p:sp>
      <p:sp>
        <p:nvSpPr>
          <p:cNvPr id="4" name="CuadroTexto 3">
            <a:extLst>
              <a:ext uri="{FF2B5EF4-FFF2-40B4-BE49-F238E27FC236}">
                <a16:creationId xmlns:a16="http://schemas.microsoft.com/office/drawing/2014/main" id="{A47D1DEC-3362-C53D-B7D1-D6C5B2616588}"/>
              </a:ext>
            </a:extLst>
          </p:cNvPr>
          <p:cNvSpPr txBox="1"/>
          <p:nvPr/>
        </p:nvSpPr>
        <p:spPr>
          <a:xfrm>
            <a:off x="3140781" y="4277196"/>
            <a:ext cx="4849257" cy="461665"/>
          </a:xfrm>
          <a:prstGeom prst="rect">
            <a:avLst/>
          </a:prstGeom>
          <a:noFill/>
        </p:spPr>
        <p:txBody>
          <a:bodyPr wrap="square" rtlCol="0">
            <a:spAutoFit/>
          </a:bodyPr>
          <a:lstStyle/>
          <a:p>
            <a:r>
              <a:rPr lang="es-ES" sz="2400" dirty="0"/>
              <a:t>Raquel Roca Pereira</a:t>
            </a:r>
          </a:p>
        </p:txBody>
      </p:sp>
      <p:sp>
        <p:nvSpPr>
          <p:cNvPr id="2" name="TextBox 1">
            <a:extLst>
              <a:ext uri="{FF2B5EF4-FFF2-40B4-BE49-F238E27FC236}">
                <a16:creationId xmlns:a16="http://schemas.microsoft.com/office/drawing/2014/main" id="{FC602AB4-EC7A-823F-EB4A-D3BDE6AD5097}"/>
              </a:ext>
            </a:extLst>
          </p:cNvPr>
          <p:cNvSpPr txBox="1"/>
          <p:nvPr/>
        </p:nvSpPr>
        <p:spPr>
          <a:xfrm>
            <a:off x="2210969" y="4967600"/>
            <a:ext cx="4722062" cy="369332"/>
          </a:xfrm>
          <a:prstGeom prst="rect">
            <a:avLst/>
          </a:prstGeom>
          <a:noFill/>
        </p:spPr>
        <p:txBody>
          <a:bodyPr wrap="none" rtlCol="0">
            <a:spAutoFit/>
          </a:bodyPr>
          <a:lstStyle/>
          <a:p>
            <a:r>
              <a:rPr lang="es-ES_tradnl" dirty="0">
                <a:solidFill>
                  <a:schemeClr val="tx1">
                    <a:lumMod val="50000"/>
                    <a:lumOff val="50000"/>
                  </a:schemeClr>
                </a:solidFill>
              </a:rPr>
              <a:t>Ingeniería Electrónica Industrial y Automática</a:t>
            </a:r>
            <a:endParaRPr lang="en-ES" dirty="0">
              <a:solidFill>
                <a:schemeClr val="tx1">
                  <a:lumMod val="50000"/>
                  <a:lumOff val="50000"/>
                </a:schemeClr>
              </a:solidFill>
            </a:endParaRPr>
          </a:p>
        </p:txBody>
      </p:sp>
    </p:spTree>
    <p:extLst>
      <p:ext uri="{BB962C8B-B14F-4D97-AF65-F5344CB8AC3E}">
        <p14:creationId xmlns:p14="http://schemas.microsoft.com/office/powerpoint/2010/main" val="1126464487"/>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ntilla" id="{876943AD-736C-7840-A273-7F5BEE2675B9}" vid="{096D0BD2-9767-BE42-9518-599506B5AB3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6f75f480-7803-4ee9-bb54-84d0635fdbe7}" enabled="1" method="Privileged" siteId="{38ae3bcd-9579-4fd4-adda-b42e1495d55a}" contentBits="0" removed="0"/>
</clbl:labelList>
</file>

<file path=docProps/app.xml><?xml version="1.0" encoding="utf-8"?>
<Properties xmlns="http://schemas.openxmlformats.org/officeDocument/2006/extended-properties" xmlns:vt="http://schemas.openxmlformats.org/officeDocument/2006/docPropsVTypes">
  <Template>PRESENTACION_preTFG</Template>
  <TotalTime>3516</TotalTime>
  <Words>4137</Words>
  <Application>Microsoft Office PowerPoint</Application>
  <PresentationFormat>On-screen Show (4:3)</PresentationFormat>
  <Paragraphs>344</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Calibri</vt:lpstr>
      <vt:lpstr>Cambria</vt:lpstr>
      <vt:lpstr>Cambria Math</vt:lpstr>
      <vt:lpstr>Courier New</vt:lpstr>
      <vt:lpstr>Lato</vt:lpstr>
      <vt:lpstr>Wingdings</vt:lpstr>
      <vt:lpstr>Tema de Office</vt:lpstr>
      <vt:lpstr>PowerPoint Presentation</vt:lpstr>
      <vt:lpstr>ÍNDICE</vt:lpstr>
      <vt:lpstr>1. Introducción</vt:lpstr>
      <vt:lpstr>1. Introducción</vt:lpstr>
      <vt:lpstr>2. Materiales</vt:lpstr>
      <vt:lpstr>3. Métodos</vt:lpstr>
      <vt:lpstr>3. Métodos</vt:lpstr>
      <vt:lpstr>3. Métodos</vt:lpstr>
      <vt:lpstr>3. Métodos</vt:lpstr>
      <vt:lpstr>3. Métodos</vt:lpstr>
      <vt:lpstr>3. Métodos</vt:lpstr>
      <vt:lpstr>3. Métodos</vt:lpstr>
      <vt:lpstr>3. Métodos</vt:lpstr>
      <vt:lpstr>4. Resultados</vt:lpstr>
      <vt:lpstr>4. Resultados</vt:lpstr>
      <vt:lpstr>4. Resultados</vt:lpstr>
      <vt:lpstr>4. Resultados</vt:lpstr>
      <vt:lpstr>4. Resultados</vt:lpstr>
      <vt:lpstr>4. Resultados</vt:lpstr>
      <vt:lpstr>4. Resultados</vt:lpstr>
      <vt:lpstr>5. Conclusiones</vt:lpstr>
      <vt:lpstr>6. Siguientes pasos</vt:lpstr>
      <vt:lpstr>FIN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Modelos predictivos utilizando inteligencia artificial para enfermedades neurodegenerativas:</dc:title>
  <dc:creator>RAQUEL ROCA PEREIRA</dc:creator>
  <cp:lastModifiedBy>Roca Pereira, Raquel</cp:lastModifiedBy>
  <cp:revision>119</cp:revision>
  <dcterms:created xsi:type="dcterms:W3CDTF">2024-04-09T16:52:36Z</dcterms:created>
  <dcterms:modified xsi:type="dcterms:W3CDTF">2024-09-17T09:12:54Z</dcterms:modified>
</cp:coreProperties>
</file>